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35" r:id="rId2"/>
    <p:sldId id="336" r:id="rId3"/>
    <p:sldId id="268" r:id="rId4"/>
    <p:sldId id="269" r:id="rId5"/>
    <p:sldId id="270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95" r:id="rId15"/>
    <p:sldId id="281" r:id="rId16"/>
    <p:sldId id="282" r:id="rId17"/>
    <p:sldId id="297" r:id="rId18"/>
    <p:sldId id="298" r:id="rId19"/>
    <p:sldId id="299" r:id="rId20"/>
    <p:sldId id="300" r:id="rId21"/>
    <p:sldId id="333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A7982-E346-4778-9E1F-9D6E461E2D96}" v="11" dt="2025-12-31T08:51:10.2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ck Srinivasan" userId="376b4b96-4f26-4912-92dd-eddcb05e119d" providerId="ADAL" clId="{D9523AE9-2009-4C68-AAF7-959E7714639A}"/>
    <pc:docChg chg="undo custSel addSld delSld modSld sldOrd">
      <pc:chgData name="Karthick Srinivasan" userId="376b4b96-4f26-4912-92dd-eddcb05e119d" providerId="ADAL" clId="{D9523AE9-2009-4C68-AAF7-959E7714639A}" dt="2025-12-31T09:05:00.383" v="796" actId="20577"/>
      <pc:docMkLst>
        <pc:docMk/>
      </pc:docMkLst>
      <pc:sldChg chg="modSp mod">
        <pc:chgData name="Karthick Srinivasan" userId="376b4b96-4f26-4912-92dd-eddcb05e119d" providerId="ADAL" clId="{D9523AE9-2009-4C68-AAF7-959E7714639A}" dt="2025-12-22T08:42:05.494" v="437" actId="2711"/>
        <pc:sldMkLst>
          <pc:docMk/>
          <pc:sldMk cId="0" sldId="268"/>
        </pc:sldMkLst>
        <pc:spChg chg="mod">
          <ac:chgData name="Karthick Srinivasan" userId="376b4b96-4f26-4912-92dd-eddcb05e119d" providerId="ADAL" clId="{D9523AE9-2009-4C68-AAF7-959E7714639A}" dt="2025-12-22T08:42:05.494" v="437" actId="2711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Karthick Srinivasan" userId="376b4b96-4f26-4912-92dd-eddcb05e119d" providerId="ADAL" clId="{D9523AE9-2009-4C68-AAF7-959E7714639A}" dt="2025-12-22T08:43:52.777" v="449" actId="20577"/>
        <pc:sldMkLst>
          <pc:docMk/>
          <pc:sldMk cId="0" sldId="276"/>
        </pc:sldMkLst>
        <pc:spChg chg="mod">
          <ac:chgData name="Karthick Srinivasan" userId="376b4b96-4f26-4912-92dd-eddcb05e119d" providerId="ADAL" clId="{D9523AE9-2009-4C68-AAF7-959E7714639A}" dt="2025-12-22T08:43:52.777" v="449" actId="20577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Karthick Srinivasan" userId="376b4b96-4f26-4912-92dd-eddcb05e119d" providerId="ADAL" clId="{D9523AE9-2009-4C68-AAF7-959E7714639A}" dt="2025-12-22T08:37:03.912" v="350" actId="14100"/>
        <pc:sldMkLst>
          <pc:docMk/>
          <pc:sldMk cId="0" sldId="277"/>
        </pc:sldMkLst>
        <pc:spChg chg="mod">
          <ac:chgData name="Karthick Srinivasan" userId="376b4b96-4f26-4912-92dd-eddcb05e119d" providerId="ADAL" clId="{D9523AE9-2009-4C68-AAF7-959E7714639A}" dt="2025-12-22T08:37:03.912" v="350" actId="14100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Karthick Srinivasan" userId="376b4b96-4f26-4912-92dd-eddcb05e119d" providerId="ADAL" clId="{D9523AE9-2009-4C68-AAF7-959E7714639A}" dt="2025-12-22T08:39:04.179" v="375" actId="20577"/>
        <pc:sldMkLst>
          <pc:docMk/>
          <pc:sldMk cId="0" sldId="278"/>
        </pc:sldMkLst>
        <pc:spChg chg="mod">
          <ac:chgData name="Karthick Srinivasan" userId="376b4b96-4f26-4912-92dd-eddcb05e119d" providerId="ADAL" clId="{D9523AE9-2009-4C68-AAF7-959E7714639A}" dt="2025-12-22T08:39:04.179" v="375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Karthick Srinivasan" userId="376b4b96-4f26-4912-92dd-eddcb05e119d" providerId="ADAL" clId="{D9523AE9-2009-4C68-AAF7-959E7714639A}" dt="2025-12-22T10:55:27.810" v="451" actId="20577"/>
        <pc:sldMkLst>
          <pc:docMk/>
          <pc:sldMk cId="0" sldId="279"/>
        </pc:sldMkLst>
        <pc:spChg chg="mod">
          <ac:chgData name="Karthick Srinivasan" userId="376b4b96-4f26-4912-92dd-eddcb05e119d" providerId="ADAL" clId="{D9523AE9-2009-4C68-AAF7-959E7714639A}" dt="2025-12-22T10:55:27.810" v="451" actId="20577"/>
          <ac:spMkLst>
            <pc:docMk/>
            <pc:sldMk cId="0" sldId="279"/>
            <ac:spMk id="3" creationId="{00000000-0000-0000-0000-000000000000}"/>
          </ac:spMkLst>
        </pc:spChg>
      </pc:sldChg>
      <pc:sldChg chg="add del ord">
        <pc:chgData name="Karthick Srinivasan" userId="376b4b96-4f26-4912-92dd-eddcb05e119d" providerId="ADAL" clId="{D9523AE9-2009-4C68-AAF7-959E7714639A}" dt="2025-12-24T10:19:51.419" v="454"/>
        <pc:sldMkLst>
          <pc:docMk/>
          <pc:sldMk cId="0" sldId="281"/>
        </pc:sldMkLst>
      </pc:sldChg>
      <pc:sldChg chg="modSp add mod">
        <pc:chgData name="Karthick Srinivasan" userId="376b4b96-4f26-4912-92dd-eddcb05e119d" providerId="ADAL" clId="{D9523AE9-2009-4C68-AAF7-959E7714639A}" dt="2025-12-24T10:21:53.849" v="464" actId="20577"/>
        <pc:sldMkLst>
          <pc:docMk/>
          <pc:sldMk cId="0" sldId="282"/>
        </pc:sldMkLst>
        <pc:spChg chg="mod">
          <ac:chgData name="Karthick Srinivasan" userId="376b4b96-4f26-4912-92dd-eddcb05e119d" providerId="ADAL" clId="{D9523AE9-2009-4C68-AAF7-959E7714639A}" dt="2025-12-24T10:21:53.849" v="464" actId="20577"/>
          <ac:spMkLst>
            <pc:docMk/>
            <pc:sldMk cId="0" sldId="282"/>
            <ac:spMk id="3" creationId="{00000000-0000-0000-0000-000000000000}"/>
          </ac:spMkLst>
        </pc:spChg>
      </pc:sldChg>
      <pc:sldChg chg="add del">
        <pc:chgData name="Karthick Srinivasan" userId="376b4b96-4f26-4912-92dd-eddcb05e119d" providerId="ADAL" clId="{D9523AE9-2009-4C68-AAF7-959E7714639A}" dt="2025-12-22T08:40:10.350" v="394" actId="47"/>
        <pc:sldMkLst>
          <pc:docMk/>
          <pc:sldMk cId="0" sldId="295"/>
        </pc:sldMkLst>
      </pc:sldChg>
      <pc:sldChg chg="modSp add mod ord">
        <pc:chgData name="Karthick Srinivasan" userId="376b4b96-4f26-4912-92dd-eddcb05e119d" providerId="ADAL" clId="{D9523AE9-2009-4C68-AAF7-959E7714639A}" dt="2025-12-31T08:52:17" v="786" actId="20577"/>
        <pc:sldMkLst>
          <pc:docMk/>
          <pc:sldMk cId="0" sldId="297"/>
        </pc:sldMkLst>
        <pc:spChg chg="mod">
          <ac:chgData name="Karthick Srinivasan" userId="376b4b96-4f26-4912-92dd-eddcb05e119d" providerId="ADAL" clId="{D9523AE9-2009-4C68-AAF7-959E7714639A}" dt="2025-12-31T08:52:17" v="786" actId="20577"/>
          <ac:spMkLst>
            <pc:docMk/>
            <pc:sldMk cId="0" sldId="297"/>
            <ac:spMk id="7" creationId="{00000000-0000-0000-0000-000000000000}"/>
          </ac:spMkLst>
        </pc:spChg>
      </pc:sldChg>
      <pc:sldChg chg="add ord">
        <pc:chgData name="Karthick Srinivasan" userId="376b4b96-4f26-4912-92dd-eddcb05e119d" providerId="ADAL" clId="{D9523AE9-2009-4C68-AAF7-959E7714639A}" dt="2025-12-31T08:44:46.539" v="467"/>
        <pc:sldMkLst>
          <pc:docMk/>
          <pc:sldMk cId="0" sldId="298"/>
        </pc:sldMkLst>
      </pc:sldChg>
      <pc:sldChg chg="modSp add mod ord">
        <pc:chgData name="Karthick Srinivasan" userId="376b4b96-4f26-4912-92dd-eddcb05e119d" providerId="ADAL" clId="{D9523AE9-2009-4C68-AAF7-959E7714639A}" dt="2025-12-31T09:05:00.383" v="796" actId="20577"/>
        <pc:sldMkLst>
          <pc:docMk/>
          <pc:sldMk cId="0" sldId="299"/>
        </pc:sldMkLst>
        <pc:spChg chg="mod">
          <ac:chgData name="Karthick Srinivasan" userId="376b4b96-4f26-4912-92dd-eddcb05e119d" providerId="ADAL" clId="{D9523AE9-2009-4C68-AAF7-959E7714639A}" dt="2025-12-31T09:05:00.383" v="796" actId="20577"/>
          <ac:spMkLst>
            <pc:docMk/>
            <pc:sldMk cId="0" sldId="299"/>
            <ac:spMk id="7" creationId="{00000000-0000-0000-0000-000000000000}"/>
          </ac:spMkLst>
        </pc:spChg>
      </pc:sldChg>
      <pc:sldChg chg="modSp add mod ord">
        <pc:chgData name="Karthick Srinivasan" userId="376b4b96-4f26-4912-92dd-eddcb05e119d" providerId="ADAL" clId="{D9523AE9-2009-4C68-AAF7-959E7714639A}" dt="2025-12-31T08:53:38.985" v="794" actId="207"/>
        <pc:sldMkLst>
          <pc:docMk/>
          <pc:sldMk cId="0" sldId="300"/>
        </pc:sldMkLst>
        <pc:spChg chg="mod">
          <ac:chgData name="Karthick Srinivasan" userId="376b4b96-4f26-4912-92dd-eddcb05e119d" providerId="ADAL" clId="{D9523AE9-2009-4C68-AAF7-959E7714639A}" dt="2025-12-31T08:53:38.985" v="794" actId="207"/>
          <ac:spMkLst>
            <pc:docMk/>
            <pc:sldMk cId="0" sldId="300"/>
            <ac:spMk id="4" creationId="{00000000-0000-0000-0000-000000000000}"/>
          </ac:spMkLst>
        </pc:spChg>
      </pc:sldChg>
      <pc:sldChg chg="addSp delSp modSp new mod">
        <pc:chgData name="Karthick Srinivasan" userId="376b4b96-4f26-4912-92dd-eddcb05e119d" providerId="ADAL" clId="{D9523AE9-2009-4C68-AAF7-959E7714639A}" dt="2025-12-22T07:53:43.492" v="97" actId="20577"/>
        <pc:sldMkLst>
          <pc:docMk/>
          <pc:sldMk cId="3291639673" sldId="336"/>
        </pc:sldMkLst>
        <pc:spChg chg="mod">
          <ac:chgData name="Karthick Srinivasan" userId="376b4b96-4f26-4912-92dd-eddcb05e119d" providerId="ADAL" clId="{D9523AE9-2009-4C68-AAF7-959E7714639A}" dt="2025-12-22T07:53:31.834" v="95" actId="207"/>
          <ac:spMkLst>
            <pc:docMk/>
            <pc:sldMk cId="3291639673" sldId="336"/>
            <ac:spMk id="2" creationId="{3F7FC253-0446-04B0-69C2-24BD57A31650}"/>
          </ac:spMkLst>
        </pc:spChg>
        <pc:spChg chg="mod">
          <ac:chgData name="Karthick Srinivasan" userId="376b4b96-4f26-4912-92dd-eddcb05e119d" providerId="ADAL" clId="{D9523AE9-2009-4C68-AAF7-959E7714639A}" dt="2025-12-22T07:53:43.492" v="97" actId="20577"/>
          <ac:spMkLst>
            <pc:docMk/>
            <pc:sldMk cId="3291639673" sldId="336"/>
            <ac:spMk id="3" creationId="{3E063865-A691-A815-B78D-AD38D2C425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00D1-2336-45FA-A32A-994D830A6DB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F262B-BA92-4E27-8B8A-E86B4A343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3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F262B-BA92-4E27-8B8A-E86B4A3437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77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F262B-BA92-4E27-8B8A-E86B4A34374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54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8768" y="2063318"/>
            <a:ext cx="4710430" cy="4081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9980" y="694131"/>
            <a:ext cx="10772038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98971" y="1298702"/>
            <a:ext cx="5413375" cy="426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tricentis.com/tosca/1340/en/content/tosca_commander/checkin_and_checkout.htm#checkin_elements" TargetMode="External"/><Relationship Id="rId2" Type="http://schemas.openxmlformats.org/officeDocument/2006/relationships/hyperlink" Target="https://documentation.tricentis.com/tosca/1340/en/content/tosca_commander/checkin_and_checkout.htm#checkout_elements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hyperlink" Target="https://documentation.tricentis.com/tosca/1340/en/content/tosca_commander/checkin_and_checkout.htm#checkout_and_change_information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tricentis.com/tosca/1400/en/content/tosca_commander/modules_section_orange.htm" TargetMode="External"/><Relationship Id="rId2" Type="http://schemas.openxmlformats.org/officeDocument/2006/relationships/hyperlink" Target="https://documentation.tricentis.com/tosca/1400/en/content/tosca_commander/testcases_section_blue.htm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ocumentation.tricentis.com/tosca/1400/en/content/requirements/rqm_introduction.htm" TargetMode="External"/><Relationship Id="rId4" Type="http://schemas.openxmlformats.org/officeDocument/2006/relationships/hyperlink" Target="https://documentation.tricentis.com/tosca/1400/en/content/testcase_design/testcase_design_intro.ht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oom with a table and chairs&#10;&#10;Description automatically generated">
            <a:extLst>
              <a:ext uri="{FF2B5EF4-FFF2-40B4-BE49-F238E27FC236}">
                <a16:creationId xmlns:a16="http://schemas.microsoft.com/office/drawing/2014/main" id="{80279169-D268-40ED-9156-6ECE27AE9C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8F516-0FA8-06A6-D065-5C4C898B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600" y="2438400"/>
            <a:ext cx="12067438" cy="615553"/>
          </a:xfrm>
        </p:spPr>
        <p:txBody>
          <a:bodyPr>
            <a:scene3d>
              <a:camera prst="perspectiveLeft"/>
              <a:lightRig rig="threePt" dir="t"/>
            </a:scene3d>
          </a:bodyPr>
          <a:lstStyle/>
          <a:p>
            <a:r>
              <a:rPr lang="en-US" sz="4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Welcome</a:t>
            </a:r>
            <a:endParaRPr lang="en-US" sz="4000" b="1">
              <a:solidFill>
                <a:schemeClr val="bg1"/>
              </a:solidFill>
              <a:effectLst>
                <a:reflection stA="45000" endPos="6000" dist="114300" dir="5400000" sy="-100000" algn="bl" rotWithShape="0"/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8E84-A57F-CD24-F9FA-14D58D0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1905000"/>
            <a:ext cx="3962400" cy="307777"/>
          </a:xfrm>
        </p:spPr>
        <p:txBody>
          <a:bodyPr>
            <a:scene3d>
              <a:camera prst="perspectiveLeft"/>
              <a:lightRig rig="threePt" dir="t"/>
            </a:scene3d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Abhishek Gadwal | Lead Engineer</a:t>
            </a:r>
          </a:p>
        </p:txBody>
      </p:sp>
    </p:spTree>
    <p:extLst>
      <p:ext uri="{BB962C8B-B14F-4D97-AF65-F5344CB8AC3E}">
        <p14:creationId xmlns:p14="http://schemas.microsoft.com/office/powerpoint/2010/main" val="197917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C253-0446-04B0-69C2-24BD57A3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80" y="694130"/>
            <a:ext cx="10772038" cy="553998"/>
          </a:xfrm>
        </p:spPr>
        <p:txBody>
          <a:bodyPr/>
          <a:lstStyle/>
          <a:p>
            <a:r>
              <a:rPr lang="en-US" dirty="0"/>
              <a:t>                                      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What is Tosca</a:t>
            </a:r>
            <a:endParaRPr lang="en-IN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3865-A691-A815-B78D-AD38D2C42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3515" y="2100943"/>
            <a:ext cx="10508832" cy="2431435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TOSCA  </a:t>
            </a:r>
            <a:r>
              <a:rPr lang="en-IN" sz="2400" dirty="0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(Test  Orchestration, Automation and Standardization) is a framework for automated testing that provides a model-based approach for defining, designing and managing test cases. Tosca Testing is a methodology and toolset that aims to streamline the entire testing process by focusing on standardization, reusability and automation .</a:t>
            </a:r>
          </a:p>
          <a:p>
            <a:pPr algn="l"/>
            <a:endParaRPr lang="en-IN" sz="2000" dirty="0">
              <a:solidFill>
                <a:srgbClr val="3A3A3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63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00471" y="585058"/>
            <a:ext cx="6891655" cy="6273165"/>
            <a:chOff x="5300471" y="585058"/>
            <a:chExt cx="6891655" cy="6273165"/>
          </a:xfrm>
        </p:grpSpPr>
        <p:sp>
          <p:nvSpPr>
            <p:cNvPr id="3" name="object 3"/>
            <p:cNvSpPr/>
            <p:nvPr/>
          </p:nvSpPr>
          <p:spPr>
            <a:xfrm>
              <a:off x="9518903" y="5486400"/>
              <a:ext cx="2673350" cy="1371600"/>
            </a:xfrm>
            <a:custGeom>
              <a:avLst/>
              <a:gdLst/>
              <a:ahLst/>
              <a:cxnLst/>
              <a:rect l="l" t="t" r="r" b="b"/>
              <a:pathLst>
                <a:path w="2673350" h="1371600">
                  <a:moveTo>
                    <a:pt x="1721866" y="0"/>
                  </a:moveTo>
                  <a:lnTo>
                    <a:pt x="1671394" y="706"/>
                  </a:lnTo>
                  <a:lnTo>
                    <a:pt x="1621272" y="2813"/>
                  </a:lnTo>
                  <a:lnTo>
                    <a:pt x="1571520" y="6302"/>
                  </a:lnTo>
                  <a:lnTo>
                    <a:pt x="1522156" y="11153"/>
                  </a:lnTo>
                  <a:lnTo>
                    <a:pt x="1473198" y="17349"/>
                  </a:lnTo>
                  <a:lnTo>
                    <a:pt x="1424666" y="24870"/>
                  </a:lnTo>
                  <a:lnTo>
                    <a:pt x="1376578" y="33697"/>
                  </a:lnTo>
                  <a:lnTo>
                    <a:pt x="1328953" y="43813"/>
                  </a:lnTo>
                  <a:lnTo>
                    <a:pt x="1281811" y="55197"/>
                  </a:lnTo>
                  <a:lnTo>
                    <a:pt x="1235169" y="67831"/>
                  </a:lnTo>
                  <a:lnTo>
                    <a:pt x="1189046" y="81696"/>
                  </a:lnTo>
                  <a:lnTo>
                    <a:pt x="1143462" y="96774"/>
                  </a:lnTo>
                  <a:lnTo>
                    <a:pt x="1098435" y="113045"/>
                  </a:lnTo>
                  <a:lnTo>
                    <a:pt x="1053984" y="130491"/>
                  </a:lnTo>
                  <a:lnTo>
                    <a:pt x="1010128" y="149093"/>
                  </a:lnTo>
                  <a:lnTo>
                    <a:pt x="966885" y="168833"/>
                  </a:lnTo>
                  <a:lnTo>
                    <a:pt x="924274" y="189691"/>
                  </a:lnTo>
                  <a:lnTo>
                    <a:pt x="882315" y="211648"/>
                  </a:lnTo>
                  <a:lnTo>
                    <a:pt x="841026" y="234686"/>
                  </a:lnTo>
                  <a:lnTo>
                    <a:pt x="800425" y="258787"/>
                  </a:lnTo>
                  <a:lnTo>
                    <a:pt x="760532" y="283930"/>
                  </a:lnTo>
                  <a:lnTo>
                    <a:pt x="721366" y="310098"/>
                  </a:lnTo>
                  <a:lnTo>
                    <a:pt x="682944" y="337271"/>
                  </a:lnTo>
                  <a:lnTo>
                    <a:pt x="645287" y="365431"/>
                  </a:lnTo>
                  <a:lnTo>
                    <a:pt x="608412" y="394560"/>
                  </a:lnTo>
                  <a:lnTo>
                    <a:pt x="572339" y="424637"/>
                  </a:lnTo>
                  <a:lnTo>
                    <a:pt x="537087" y="455645"/>
                  </a:lnTo>
                  <a:lnTo>
                    <a:pt x="502673" y="487564"/>
                  </a:lnTo>
                  <a:lnTo>
                    <a:pt x="469118" y="520376"/>
                  </a:lnTo>
                  <a:lnTo>
                    <a:pt x="436439" y="554062"/>
                  </a:lnTo>
                  <a:lnTo>
                    <a:pt x="404656" y="588603"/>
                  </a:lnTo>
                  <a:lnTo>
                    <a:pt x="373787" y="623980"/>
                  </a:lnTo>
                  <a:lnTo>
                    <a:pt x="343852" y="660175"/>
                  </a:lnTo>
                  <a:lnTo>
                    <a:pt x="314869" y="697169"/>
                  </a:lnTo>
                  <a:lnTo>
                    <a:pt x="286856" y="734942"/>
                  </a:lnTo>
                  <a:lnTo>
                    <a:pt x="259833" y="773477"/>
                  </a:lnTo>
                  <a:lnTo>
                    <a:pt x="233818" y="812754"/>
                  </a:lnTo>
                  <a:lnTo>
                    <a:pt x="208831" y="852754"/>
                  </a:lnTo>
                  <a:lnTo>
                    <a:pt x="184890" y="893459"/>
                  </a:lnTo>
                  <a:lnTo>
                    <a:pt x="162013" y="934850"/>
                  </a:lnTo>
                  <a:lnTo>
                    <a:pt x="140221" y="976908"/>
                  </a:lnTo>
                  <a:lnTo>
                    <a:pt x="119530" y="1019614"/>
                  </a:lnTo>
                  <a:lnTo>
                    <a:pt x="99961" y="1062950"/>
                  </a:lnTo>
                  <a:lnTo>
                    <a:pt x="81532" y="1106897"/>
                  </a:lnTo>
                  <a:lnTo>
                    <a:pt x="64262" y="1151435"/>
                  </a:lnTo>
                  <a:lnTo>
                    <a:pt x="48170" y="1196546"/>
                  </a:lnTo>
                  <a:lnTo>
                    <a:pt x="33274" y="1242212"/>
                  </a:lnTo>
                  <a:lnTo>
                    <a:pt x="0" y="1371599"/>
                  </a:lnTo>
                  <a:lnTo>
                    <a:pt x="2673096" y="1371599"/>
                  </a:lnTo>
                  <a:lnTo>
                    <a:pt x="2673096" y="279247"/>
                  </a:lnTo>
                  <a:lnTo>
                    <a:pt x="2564638" y="213385"/>
                  </a:lnTo>
                  <a:lnTo>
                    <a:pt x="2520064" y="189991"/>
                  </a:lnTo>
                  <a:lnTo>
                    <a:pt x="2474752" y="167838"/>
                  </a:lnTo>
                  <a:lnTo>
                    <a:pt x="2428723" y="146949"/>
                  </a:lnTo>
                  <a:lnTo>
                    <a:pt x="2382001" y="127347"/>
                  </a:lnTo>
                  <a:lnTo>
                    <a:pt x="2334607" y="109055"/>
                  </a:lnTo>
                  <a:lnTo>
                    <a:pt x="2286566" y="92096"/>
                  </a:lnTo>
                  <a:lnTo>
                    <a:pt x="2237900" y="76492"/>
                  </a:lnTo>
                  <a:lnTo>
                    <a:pt x="2188631" y="62265"/>
                  </a:lnTo>
                  <a:lnTo>
                    <a:pt x="2138783" y="49440"/>
                  </a:lnTo>
                  <a:lnTo>
                    <a:pt x="2088377" y="38038"/>
                  </a:lnTo>
                  <a:lnTo>
                    <a:pt x="2037438" y="28083"/>
                  </a:lnTo>
                  <a:lnTo>
                    <a:pt x="1985988" y="19597"/>
                  </a:lnTo>
                  <a:lnTo>
                    <a:pt x="1934049" y="12603"/>
                  </a:lnTo>
                  <a:lnTo>
                    <a:pt x="1881644" y="7123"/>
                  </a:lnTo>
                  <a:lnTo>
                    <a:pt x="1828797" y="3181"/>
                  </a:lnTo>
                  <a:lnTo>
                    <a:pt x="1775530" y="799"/>
                  </a:lnTo>
                  <a:lnTo>
                    <a:pt x="172186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1007" y="954023"/>
              <a:ext cx="4776215" cy="47762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64479" y="649066"/>
              <a:ext cx="2225040" cy="1495425"/>
            </a:xfrm>
            <a:custGeom>
              <a:avLst/>
              <a:gdLst/>
              <a:ahLst/>
              <a:cxnLst/>
              <a:rect l="l" t="t" r="r" b="b"/>
              <a:pathLst>
                <a:path w="2225040" h="1495425">
                  <a:moveTo>
                    <a:pt x="0" y="191800"/>
                  </a:moveTo>
                  <a:lnTo>
                    <a:pt x="42514" y="168766"/>
                  </a:lnTo>
                  <a:lnTo>
                    <a:pt x="85438" y="147247"/>
                  </a:lnTo>
                  <a:lnTo>
                    <a:pt x="128741" y="127233"/>
                  </a:lnTo>
                  <a:lnTo>
                    <a:pt x="172391" y="108715"/>
                  </a:lnTo>
                  <a:lnTo>
                    <a:pt x="216356" y="91685"/>
                  </a:lnTo>
                  <a:lnTo>
                    <a:pt x="260606" y="76134"/>
                  </a:lnTo>
                  <a:lnTo>
                    <a:pt x="305108" y="62052"/>
                  </a:lnTo>
                  <a:lnTo>
                    <a:pt x="349830" y="49432"/>
                  </a:lnTo>
                  <a:lnTo>
                    <a:pt x="394742" y="38264"/>
                  </a:lnTo>
                  <a:lnTo>
                    <a:pt x="439811" y="28539"/>
                  </a:lnTo>
                  <a:lnTo>
                    <a:pt x="485006" y="20248"/>
                  </a:lnTo>
                  <a:lnTo>
                    <a:pt x="530296" y="13383"/>
                  </a:lnTo>
                  <a:lnTo>
                    <a:pt x="575648" y="7934"/>
                  </a:lnTo>
                  <a:lnTo>
                    <a:pt x="621032" y="3893"/>
                  </a:lnTo>
                  <a:lnTo>
                    <a:pt x="666416" y="1251"/>
                  </a:lnTo>
                  <a:lnTo>
                    <a:pt x="711768" y="0"/>
                  </a:lnTo>
                  <a:lnTo>
                    <a:pt x="757056" y="129"/>
                  </a:lnTo>
                  <a:lnTo>
                    <a:pt x="802249" y="1630"/>
                  </a:lnTo>
                  <a:lnTo>
                    <a:pt x="847316" y="4495"/>
                  </a:lnTo>
                  <a:lnTo>
                    <a:pt x="892224" y="8714"/>
                  </a:lnTo>
                  <a:lnTo>
                    <a:pt x="936943" y="14279"/>
                  </a:lnTo>
                  <a:lnTo>
                    <a:pt x="981440" y="21181"/>
                  </a:lnTo>
                  <a:lnTo>
                    <a:pt x="1025685" y="29410"/>
                  </a:lnTo>
                  <a:lnTo>
                    <a:pt x="1069645" y="38959"/>
                  </a:lnTo>
                  <a:lnTo>
                    <a:pt x="1113289" y="49817"/>
                  </a:lnTo>
                  <a:lnTo>
                    <a:pt x="1156585" y="61977"/>
                  </a:lnTo>
                  <a:lnTo>
                    <a:pt x="1199503" y="75430"/>
                  </a:lnTo>
                  <a:lnTo>
                    <a:pt x="1242009" y="90165"/>
                  </a:lnTo>
                  <a:lnTo>
                    <a:pt x="1284073" y="106176"/>
                  </a:lnTo>
                  <a:lnTo>
                    <a:pt x="1325663" y="123452"/>
                  </a:lnTo>
                  <a:lnTo>
                    <a:pt x="1366747" y="141985"/>
                  </a:lnTo>
                  <a:lnTo>
                    <a:pt x="1407295" y="161766"/>
                  </a:lnTo>
                  <a:lnTo>
                    <a:pt x="1447274" y="182786"/>
                  </a:lnTo>
                  <a:lnTo>
                    <a:pt x="1486652" y="205036"/>
                  </a:lnTo>
                  <a:lnTo>
                    <a:pt x="1525399" y="228508"/>
                  </a:lnTo>
                  <a:lnTo>
                    <a:pt x="1563482" y="253192"/>
                  </a:lnTo>
                  <a:lnTo>
                    <a:pt x="1600870" y="279080"/>
                  </a:lnTo>
                  <a:lnTo>
                    <a:pt x="1637532" y="306162"/>
                  </a:lnTo>
                  <a:lnTo>
                    <a:pt x="1673436" y="334431"/>
                  </a:lnTo>
                  <a:lnTo>
                    <a:pt x="1708550" y="363876"/>
                  </a:lnTo>
                  <a:lnTo>
                    <a:pt x="1742842" y="394490"/>
                  </a:lnTo>
                  <a:lnTo>
                    <a:pt x="1776282" y="426262"/>
                  </a:lnTo>
                  <a:lnTo>
                    <a:pt x="1808837" y="459186"/>
                  </a:lnTo>
                  <a:lnTo>
                    <a:pt x="1840477" y="493250"/>
                  </a:lnTo>
                  <a:lnTo>
                    <a:pt x="1871168" y="528447"/>
                  </a:lnTo>
                  <a:lnTo>
                    <a:pt x="1900881" y="564768"/>
                  </a:lnTo>
                  <a:lnTo>
                    <a:pt x="1929582" y="602204"/>
                  </a:lnTo>
                  <a:lnTo>
                    <a:pt x="1957242" y="640746"/>
                  </a:lnTo>
                  <a:lnTo>
                    <a:pt x="1983827" y="680385"/>
                  </a:lnTo>
                  <a:lnTo>
                    <a:pt x="2009308" y="721112"/>
                  </a:lnTo>
                  <a:lnTo>
                    <a:pt x="2033651" y="762919"/>
                  </a:lnTo>
                  <a:lnTo>
                    <a:pt x="2057950" y="808020"/>
                  </a:lnTo>
                  <a:lnTo>
                    <a:pt x="2080649" y="853838"/>
                  </a:lnTo>
                  <a:lnTo>
                    <a:pt x="2101738" y="900329"/>
                  </a:lnTo>
                  <a:lnTo>
                    <a:pt x="2121204" y="947450"/>
                  </a:lnTo>
                  <a:lnTo>
                    <a:pt x="2139037" y="995160"/>
                  </a:lnTo>
                  <a:lnTo>
                    <a:pt x="2155225" y="1043414"/>
                  </a:lnTo>
                  <a:lnTo>
                    <a:pt x="2169757" y="1092171"/>
                  </a:lnTo>
                  <a:lnTo>
                    <a:pt x="2182622" y="1141388"/>
                  </a:lnTo>
                  <a:lnTo>
                    <a:pt x="2193808" y="1191023"/>
                  </a:lnTo>
                  <a:lnTo>
                    <a:pt x="2203304" y="1241032"/>
                  </a:lnTo>
                  <a:lnTo>
                    <a:pt x="2211098" y="1291372"/>
                  </a:lnTo>
                  <a:lnTo>
                    <a:pt x="2217181" y="1342002"/>
                  </a:lnTo>
                  <a:lnTo>
                    <a:pt x="2221539" y="1392879"/>
                  </a:lnTo>
                  <a:lnTo>
                    <a:pt x="2224163" y="1443959"/>
                  </a:lnTo>
                  <a:lnTo>
                    <a:pt x="2225040" y="1495201"/>
                  </a:lnTo>
                </a:path>
              </a:pathLst>
            </a:custGeom>
            <a:ln w="128016">
              <a:solidFill>
                <a:srgbClr val="FFC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7244" y="731012"/>
            <a:ext cx="416687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590">
                <a:latin typeface="Franklin Gothic Medium"/>
                <a:cs typeface="Franklin Gothic Medium"/>
              </a:rPr>
              <a:t>T</a:t>
            </a:r>
            <a:r>
              <a:rPr sz="4400" spc="-295">
                <a:latin typeface="Franklin Gothic Medium"/>
                <a:cs typeface="Franklin Gothic Medium"/>
              </a:rPr>
              <a:t>y</a:t>
            </a:r>
            <a:r>
              <a:rPr sz="4400" spc="-380">
                <a:latin typeface="Franklin Gothic Medium"/>
                <a:cs typeface="Franklin Gothic Medium"/>
              </a:rPr>
              <a:t>p</a:t>
            </a:r>
            <a:r>
              <a:rPr sz="4400" spc="-320">
                <a:latin typeface="Franklin Gothic Medium"/>
                <a:cs typeface="Franklin Gothic Medium"/>
              </a:rPr>
              <a:t>es</a:t>
            </a:r>
            <a:r>
              <a:rPr sz="4400" spc="-260">
                <a:latin typeface="Franklin Gothic Medium"/>
                <a:cs typeface="Franklin Gothic Medium"/>
              </a:rPr>
              <a:t> </a:t>
            </a:r>
            <a:r>
              <a:rPr sz="4400" spc="-290">
                <a:latin typeface="Franklin Gothic Medium"/>
                <a:cs typeface="Franklin Gothic Medium"/>
              </a:rPr>
              <a:t>of</a:t>
            </a:r>
            <a:r>
              <a:rPr sz="4400" spc="-265">
                <a:latin typeface="Franklin Gothic Medium"/>
                <a:cs typeface="Franklin Gothic Medium"/>
              </a:rPr>
              <a:t> </a:t>
            </a:r>
            <a:r>
              <a:rPr sz="4400" spc="-465">
                <a:latin typeface="Franklin Gothic Medium"/>
                <a:cs typeface="Franklin Gothic Medium"/>
              </a:rPr>
              <a:t>wo</a:t>
            </a:r>
            <a:r>
              <a:rPr sz="4400" spc="-180">
                <a:latin typeface="Franklin Gothic Medium"/>
                <a:cs typeface="Franklin Gothic Medium"/>
              </a:rPr>
              <a:t>r</a:t>
            </a:r>
            <a:r>
              <a:rPr sz="4400" spc="-325">
                <a:latin typeface="Franklin Gothic Medium"/>
                <a:cs typeface="Franklin Gothic Medium"/>
              </a:rPr>
              <a:t>kspaces</a:t>
            </a:r>
            <a:endParaRPr sz="440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244" y="1857587"/>
            <a:ext cx="5712156" cy="3075201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400" spc="-300" dirty="0" err="1">
                <a:cs typeface="Franklin Gothic Medium"/>
              </a:rPr>
              <a:t>T</a:t>
            </a:r>
            <a:r>
              <a:rPr sz="2400" spc="-110" dirty="0" err="1">
                <a:cs typeface="Franklin Gothic Medium"/>
              </a:rPr>
              <a:t>r</a:t>
            </a:r>
            <a:r>
              <a:rPr sz="2400" spc="-90" dirty="0" err="1">
                <a:cs typeface="Franklin Gothic Medium"/>
              </a:rPr>
              <a:t>i</a:t>
            </a:r>
            <a:r>
              <a:rPr sz="2400" spc="-120" dirty="0" err="1">
                <a:cs typeface="Franklin Gothic Medium"/>
              </a:rPr>
              <a:t>c</a:t>
            </a:r>
            <a:r>
              <a:rPr sz="2400" spc="-145" dirty="0" err="1">
                <a:cs typeface="Franklin Gothic Medium"/>
              </a:rPr>
              <a:t>ent</a:t>
            </a:r>
            <a:r>
              <a:rPr sz="2400" spc="-100" dirty="0" err="1">
                <a:cs typeface="Franklin Gothic Medium"/>
              </a:rPr>
              <a:t>i</a:t>
            </a:r>
            <a:r>
              <a:rPr sz="2400" spc="-135" dirty="0" err="1">
                <a:cs typeface="Franklin Gothic Medium"/>
              </a:rPr>
              <a:t>s</a:t>
            </a:r>
            <a:r>
              <a:rPr sz="2400" spc="-165" dirty="0">
                <a:cs typeface="Franklin Gothic Medium"/>
              </a:rPr>
              <a:t> </a:t>
            </a:r>
            <a:r>
              <a:rPr sz="2400" spc="-300" dirty="0">
                <a:cs typeface="Franklin Gothic Medium"/>
              </a:rPr>
              <a:t>T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40" dirty="0">
                <a:cs typeface="Franklin Gothic Medium"/>
              </a:rPr>
              <a:t>sc</a:t>
            </a:r>
            <a:r>
              <a:rPr sz="2400" spc="-160" dirty="0">
                <a:cs typeface="Franklin Gothic Medium"/>
              </a:rPr>
              <a:t>a</a:t>
            </a:r>
            <a:r>
              <a:rPr sz="2400" spc="-17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o</a:t>
            </a:r>
            <a:r>
              <a:rPr sz="2400" spc="-55" dirty="0">
                <a:cs typeface="Franklin Gothic Medium"/>
              </a:rPr>
              <a:t>f</a:t>
            </a:r>
            <a:r>
              <a:rPr sz="2400" spc="-125" dirty="0">
                <a:cs typeface="Franklin Gothic Medium"/>
              </a:rPr>
              <a:t>f</a:t>
            </a:r>
            <a:r>
              <a:rPr sz="2400" spc="-185" dirty="0">
                <a:cs typeface="Franklin Gothic Medium"/>
              </a:rPr>
              <a:t>e</a:t>
            </a:r>
            <a:r>
              <a:rPr sz="2400" spc="-75" dirty="0">
                <a:cs typeface="Franklin Gothic Medium"/>
              </a:rPr>
              <a:t>r</a:t>
            </a:r>
            <a:r>
              <a:rPr sz="2400" spc="-135" dirty="0">
                <a:cs typeface="Franklin Gothic Medium"/>
              </a:rPr>
              <a:t>s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85" dirty="0">
                <a:cs typeface="Franklin Gothic Medium"/>
              </a:rPr>
              <a:t>tw</a:t>
            </a:r>
            <a:r>
              <a:rPr sz="2400" spc="-190" dirty="0">
                <a:cs typeface="Franklin Gothic Medium"/>
              </a:rPr>
              <a:t>o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55" dirty="0">
                <a:cs typeface="Franklin Gothic Medium"/>
              </a:rPr>
              <a:t>type</a:t>
            </a:r>
            <a:r>
              <a:rPr sz="2400" spc="-145" dirty="0">
                <a:cs typeface="Franklin Gothic Medium"/>
              </a:rPr>
              <a:t>s</a:t>
            </a:r>
            <a:r>
              <a:rPr sz="2400" spc="-17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35" dirty="0">
                <a:cs typeface="Franklin Gothic Medium"/>
              </a:rPr>
              <a:t>f</a:t>
            </a:r>
            <a:r>
              <a:rPr sz="2400" spc="-130" dirty="0">
                <a:cs typeface="Franklin Gothic Medium"/>
              </a:rPr>
              <a:t> </a:t>
            </a:r>
            <a:r>
              <a:rPr sz="2400" spc="-250" dirty="0">
                <a:cs typeface="Franklin Gothic Medium"/>
              </a:rPr>
              <a:t>w</a:t>
            </a:r>
            <a:r>
              <a:rPr sz="2400" spc="-200" dirty="0">
                <a:cs typeface="Franklin Gothic Medium"/>
              </a:rPr>
              <a:t>o</a:t>
            </a:r>
            <a:r>
              <a:rPr sz="2400" spc="-114" dirty="0">
                <a:cs typeface="Franklin Gothic Medium"/>
              </a:rPr>
              <a:t>r</a:t>
            </a:r>
            <a:r>
              <a:rPr sz="2400" spc="-200" dirty="0">
                <a:cs typeface="Franklin Gothic Medium"/>
              </a:rPr>
              <a:t>k</a:t>
            </a:r>
            <a:r>
              <a:rPr sz="2400" spc="-180" dirty="0">
                <a:cs typeface="Franklin Gothic Medium"/>
              </a:rPr>
              <a:t>s</a:t>
            </a:r>
            <a:r>
              <a:rPr sz="2400" spc="-160" dirty="0">
                <a:cs typeface="Franklin Gothic Medium"/>
              </a:rPr>
              <a:t>p</a:t>
            </a:r>
            <a:r>
              <a:rPr sz="2400" spc="-165" dirty="0">
                <a:cs typeface="Franklin Gothic Medium"/>
              </a:rPr>
              <a:t>a</a:t>
            </a:r>
            <a:r>
              <a:rPr sz="2400" spc="-120" dirty="0">
                <a:cs typeface="Franklin Gothic Medium"/>
              </a:rPr>
              <a:t>c</a:t>
            </a:r>
            <a:r>
              <a:rPr sz="2400" spc="-105" dirty="0">
                <a:cs typeface="Franklin Gothic Medium"/>
              </a:rPr>
              <a:t>es:</a:t>
            </a:r>
            <a:endParaRPr sz="2400" dirty="0">
              <a:cs typeface="Franklin Gothic Medium"/>
            </a:endParaRPr>
          </a:p>
          <a:p>
            <a:pPr marL="241300" indent="-228600">
              <a:lnSpc>
                <a:spcPts val="251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20" dirty="0">
                <a:cs typeface="Franklin Gothic Medium"/>
              </a:rPr>
              <a:t>Single-user</a:t>
            </a:r>
            <a:r>
              <a:rPr sz="2400" spc="-160" dirty="0">
                <a:cs typeface="Franklin Gothic Medium"/>
              </a:rPr>
              <a:t> </a:t>
            </a:r>
            <a:r>
              <a:rPr sz="2400" spc="-170" dirty="0">
                <a:cs typeface="Franklin Gothic Medium"/>
              </a:rPr>
              <a:t>workspaces</a:t>
            </a:r>
            <a:r>
              <a:rPr sz="2400" spc="-135" dirty="0">
                <a:cs typeface="Franklin Gothic Medium"/>
              </a:rPr>
              <a:t> </a:t>
            </a:r>
            <a:r>
              <a:rPr sz="2400" spc="-140" dirty="0">
                <a:cs typeface="Franklin Gothic Medium"/>
              </a:rPr>
              <a:t>for</a:t>
            </a:r>
            <a:r>
              <a:rPr sz="2400" spc="-130" dirty="0">
                <a:cs typeface="Franklin Gothic Medium"/>
              </a:rPr>
              <a:t> </a:t>
            </a:r>
            <a:r>
              <a:rPr sz="2400" spc="-175" dirty="0">
                <a:cs typeface="Franklin Gothic Medium"/>
              </a:rPr>
              <a:t>environments</a:t>
            </a:r>
            <a:endParaRPr sz="2400" dirty="0">
              <a:cs typeface="Franklin Gothic Medium"/>
            </a:endParaRPr>
          </a:p>
          <a:p>
            <a:pPr marL="76200">
              <a:lnSpc>
                <a:spcPts val="2510"/>
              </a:lnSpc>
            </a:pPr>
            <a:r>
              <a:rPr sz="2400" spc="-195" dirty="0">
                <a:cs typeface="Franklin Gothic Medium"/>
              </a:rPr>
              <a:t>wher</a:t>
            </a:r>
            <a:r>
              <a:rPr sz="2400" spc="-190" dirty="0">
                <a:cs typeface="Franklin Gothic Medium"/>
              </a:rPr>
              <a:t>e</a:t>
            </a:r>
            <a:r>
              <a:rPr sz="2400" spc="-165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85" dirty="0">
                <a:cs typeface="Franklin Gothic Medium"/>
              </a:rPr>
              <a:t>n</a:t>
            </a:r>
            <a:r>
              <a:rPr sz="2400" spc="-65" dirty="0">
                <a:cs typeface="Franklin Gothic Medium"/>
              </a:rPr>
              <a:t>l</a:t>
            </a:r>
            <a:r>
              <a:rPr sz="2400" spc="-185" dirty="0">
                <a:cs typeface="Franklin Gothic Medium"/>
              </a:rPr>
              <a:t>y</a:t>
            </a:r>
            <a:r>
              <a:rPr sz="2400" spc="-12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85" dirty="0">
                <a:cs typeface="Franklin Gothic Medium"/>
              </a:rPr>
              <a:t>n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70" dirty="0">
                <a:cs typeface="Franklin Gothic Medium"/>
              </a:rPr>
              <a:t>pe</a:t>
            </a:r>
            <a:r>
              <a:rPr sz="2400" spc="-55" dirty="0">
                <a:cs typeface="Franklin Gothic Medium"/>
              </a:rPr>
              <a:t>r</a:t>
            </a:r>
            <a:r>
              <a:rPr sz="2400" spc="-135" dirty="0">
                <a:cs typeface="Franklin Gothic Medium"/>
              </a:rPr>
              <a:t>s</a:t>
            </a:r>
            <a:r>
              <a:rPr sz="2400" spc="-170" dirty="0">
                <a:cs typeface="Franklin Gothic Medium"/>
              </a:rPr>
              <a:t>o</a:t>
            </a:r>
            <a:r>
              <a:rPr sz="2400" spc="-175" dirty="0">
                <a:cs typeface="Franklin Gothic Medium"/>
              </a:rPr>
              <a:t>n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90" dirty="0">
                <a:cs typeface="Franklin Gothic Medium"/>
              </a:rPr>
              <a:t>n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70" dirty="0">
                <a:cs typeface="Franklin Gothic Medium"/>
              </a:rPr>
              <a:t>e</a:t>
            </a:r>
            <a:r>
              <a:rPr sz="2400" spc="-150" dirty="0">
                <a:cs typeface="Franklin Gothic Medium"/>
              </a:rPr>
              <a:t>d</a:t>
            </a:r>
            <a:r>
              <a:rPr sz="2400" spc="-125" dirty="0">
                <a:cs typeface="Franklin Gothic Medium"/>
              </a:rPr>
              <a:t>s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95" dirty="0">
                <a:cs typeface="Franklin Gothic Medium"/>
              </a:rPr>
              <a:t>a</a:t>
            </a:r>
            <a:r>
              <a:rPr sz="2400" spc="-120" dirty="0">
                <a:cs typeface="Franklin Gothic Medium"/>
              </a:rPr>
              <a:t>cc</a:t>
            </a:r>
            <a:r>
              <a:rPr sz="2400" spc="-150" dirty="0">
                <a:cs typeface="Franklin Gothic Medium"/>
              </a:rPr>
              <a:t>ess</a:t>
            </a:r>
            <a:r>
              <a:rPr sz="2400" spc="-190" dirty="0">
                <a:cs typeface="Franklin Gothic Medium"/>
              </a:rPr>
              <a:t> </a:t>
            </a:r>
            <a:r>
              <a:rPr sz="2400" spc="-95" dirty="0">
                <a:cs typeface="Franklin Gothic Medium"/>
              </a:rPr>
              <a:t>t</a:t>
            </a:r>
            <a:r>
              <a:rPr sz="2400" spc="-150" dirty="0">
                <a:cs typeface="Franklin Gothic Medium"/>
              </a:rPr>
              <a:t>o </a:t>
            </a:r>
            <a:r>
              <a:rPr sz="2400" spc="-160" dirty="0">
                <a:cs typeface="Franklin Gothic Medium"/>
              </a:rPr>
              <a:t>d</a:t>
            </a:r>
            <a:r>
              <a:rPr sz="2400" spc="-170" dirty="0">
                <a:cs typeface="Franklin Gothic Medium"/>
              </a:rPr>
              <a:t>a</a:t>
            </a:r>
            <a:r>
              <a:rPr sz="2400" spc="-70" dirty="0">
                <a:cs typeface="Franklin Gothic Medium"/>
              </a:rPr>
              <a:t>t</a:t>
            </a:r>
            <a:r>
              <a:rPr sz="2400" spc="-185" dirty="0">
                <a:cs typeface="Franklin Gothic Medium"/>
              </a:rPr>
              <a:t>a</a:t>
            </a:r>
            <a:r>
              <a:rPr sz="2400" spc="-5" dirty="0">
                <a:cs typeface="Franklin Gothic Medium"/>
              </a:rPr>
              <a:t>.</a:t>
            </a:r>
            <a:endParaRPr sz="2400" dirty="0">
              <a:cs typeface="Franklin Gothic Medium"/>
            </a:endParaRPr>
          </a:p>
          <a:p>
            <a:pPr marL="76200" marR="5080" indent="-64135">
              <a:lnSpc>
                <a:spcPct val="90000"/>
              </a:lnSpc>
              <a:spcBef>
                <a:spcPts val="12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spc="-175" dirty="0">
                <a:cs typeface="Franklin Gothic Medium"/>
              </a:rPr>
              <a:t>Mu</a:t>
            </a:r>
            <a:r>
              <a:rPr sz="2400" spc="-80" dirty="0">
                <a:cs typeface="Franklin Gothic Medium"/>
              </a:rPr>
              <a:t>l</a:t>
            </a:r>
            <a:r>
              <a:rPr sz="2400" spc="-95" dirty="0">
                <a:cs typeface="Franklin Gothic Medium"/>
              </a:rPr>
              <a:t>t</a:t>
            </a:r>
            <a:r>
              <a:rPr sz="2400" spc="-80" dirty="0">
                <a:cs typeface="Franklin Gothic Medium"/>
              </a:rPr>
              <a:t>i</a:t>
            </a:r>
            <a:r>
              <a:rPr sz="2400" spc="110" dirty="0">
                <a:cs typeface="Franklin Gothic Medium"/>
              </a:rPr>
              <a:t>-</a:t>
            </a:r>
            <a:r>
              <a:rPr sz="2400" spc="-175" dirty="0">
                <a:cs typeface="Franklin Gothic Medium"/>
              </a:rPr>
              <a:t>use</a:t>
            </a:r>
            <a:r>
              <a:rPr sz="2400" spc="-110" dirty="0">
                <a:cs typeface="Franklin Gothic Medium"/>
              </a:rPr>
              <a:t>r</a:t>
            </a:r>
            <a:r>
              <a:rPr sz="2400" spc="-140" dirty="0">
                <a:cs typeface="Franklin Gothic Medium"/>
              </a:rPr>
              <a:t> </a:t>
            </a:r>
            <a:r>
              <a:rPr sz="2400" spc="-285" dirty="0">
                <a:cs typeface="Franklin Gothic Medium"/>
              </a:rPr>
              <a:t>w</a:t>
            </a:r>
            <a:r>
              <a:rPr sz="2400" spc="-170" dirty="0">
                <a:cs typeface="Franklin Gothic Medium"/>
              </a:rPr>
              <a:t>o</a:t>
            </a:r>
            <a:r>
              <a:rPr sz="2400" spc="-95" dirty="0">
                <a:cs typeface="Franklin Gothic Medium"/>
              </a:rPr>
              <a:t>r</a:t>
            </a:r>
            <a:r>
              <a:rPr sz="2400" spc="-165" dirty="0">
                <a:cs typeface="Franklin Gothic Medium"/>
              </a:rPr>
              <a:t>kspa</a:t>
            </a:r>
            <a:r>
              <a:rPr sz="2400" spc="-145" dirty="0">
                <a:cs typeface="Franklin Gothic Medium"/>
              </a:rPr>
              <a:t>c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35" dirty="0">
                <a:cs typeface="Franklin Gothic Medium"/>
              </a:rPr>
              <a:t>s</a:t>
            </a:r>
            <a:r>
              <a:rPr sz="2400" spc="-165" dirty="0">
                <a:cs typeface="Franklin Gothic Medium"/>
              </a:rPr>
              <a:t> </a:t>
            </a:r>
            <a:r>
              <a:rPr sz="2400" spc="-125" dirty="0">
                <a:cs typeface="Franklin Gothic Medium"/>
              </a:rPr>
              <a:t>f</a:t>
            </a:r>
            <a:r>
              <a:rPr sz="2400" spc="-140" dirty="0">
                <a:cs typeface="Franklin Gothic Medium"/>
              </a:rPr>
              <a:t>or </a:t>
            </a:r>
            <a:r>
              <a:rPr sz="2400" spc="-170" dirty="0">
                <a:cs typeface="Franklin Gothic Medium"/>
              </a:rPr>
              <a:t>env</a:t>
            </a:r>
            <a:r>
              <a:rPr sz="2400" spc="-95" dirty="0">
                <a:cs typeface="Franklin Gothic Medium"/>
              </a:rPr>
              <a:t>i</a:t>
            </a:r>
            <a:r>
              <a:rPr sz="2400" spc="-110" dirty="0">
                <a:cs typeface="Franklin Gothic Medium"/>
              </a:rPr>
              <a:t>r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80" dirty="0">
                <a:cs typeface="Franklin Gothic Medium"/>
              </a:rPr>
              <a:t>n</a:t>
            </a:r>
            <a:r>
              <a:rPr sz="2400" spc="-210" dirty="0">
                <a:cs typeface="Franklin Gothic Medium"/>
              </a:rPr>
              <a:t>ment</a:t>
            </a:r>
            <a:r>
              <a:rPr sz="2400" spc="-165" dirty="0">
                <a:cs typeface="Franklin Gothic Medium"/>
              </a:rPr>
              <a:t>s</a:t>
            </a:r>
            <a:r>
              <a:rPr sz="2400" spc="-120" dirty="0">
                <a:cs typeface="Franklin Gothic Medium"/>
              </a:rPr>
              <a:t> </a:t>
            </a:r>
            <a:r>
              <a:rPr sz="2400" spc="-290" dirty="0">
                <a:cs typeface="Franklin Gothic Medium"/>
              </a:rPr>
              <a:t>w</a:t>
            </a:r>
            <a:r>
              <a:rPr sz="2400" spc="-140" dirty="0">
                <a:cs typeface="Franklin Gothic Medium"/>
              </a:rPr>
              <a:t>here  </a:t>
            </a:r>
            <a:r>
              <a:rPr sz="2400" spc="-170" dirty="0">
                <a:cs typeface="Franklin Gothic Medium"/>
              </a:rPr>
              <a:t>sev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14" dirty="0">
                <a:cs typeface="Franklin Gothic Medium"/>
              </a:rPr>
              <a:t>r</a:t>
            </a:r>
            <a:r>
              <a:rPr sz="2400" spc="-185" dirty="0">
                <a:cs typeface="Franklin Gothic Medium"/>
              </a:rPr>
              <a:t>a</a:t>
            </a:r>
            <a:r>
              <a:rPr sz="2400" spc="-50" dirty="0">
                <a:cs typeface="Franklin Gothic Medium"/>
              </a:rPr>
              <a:t>l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pe</a:t>
            </a:r>
            <a:r>
              <a:rPr sz="2400" spc="-165" dirty="0">
                <a:cs typeface="Franklin Gothic Medium"/>
              </a:rPr>
              <a:t>o</a:t>
            </a:r>
            <a:r>
              <a:rPr sz="2400" spc="-130" dirty="0">
                <a:cs typeface="Franklin Gothic Medium"/>
              </a:rPr>
              <a:t>p</a:t>
            </a:r>
            <a:r>
              <a:rPr sz="2400" spc="-70" dirty="0">
                <a:cs typeface="Franklin Gothic Medium"/>
              </a:rPr>
              <a:t>l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85" dirty="0">
                <a:cs typeface="Franklin Gothic Medium"/>
              </a:rPr>
              <a:t>n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70" dirty="0">
                <a:cs typeface="Franklin Gothic Medium"/>
              </a:rPr>
              <a:t>e</a:t>
            </a:r>
            <a:r>
              <a:rPr sz="2400" spc="-135" dirty="0">
                <a:cs typeface="Franklin Gothic Medium"/>
              </a:rPr>
              <a:t>d</a:t>
            </a:r>
            <a:r>
              <a:rPr sz="2400" spc="-170" dirty="0">
                <a:cs typeface="Franklin Gothic Medium"/>
              </a:rPr>
              <a:t> </a:t>
            </a:r>
            <a:r>
              <a:rPr sz="2400" spc="-185" dirty="0">
                <a:cs typeface="Franklin Gothic Medium"/>
              </a:rPr>
              <a:t>a</a:t>
            </a:r>
            <a:r>
              <a:rPr sz="2400" spc="-120" dirty="0">
                <a:cs typeface="Franklin Gothic Medium"/>
              </a:rPr>
              <a:t>cc</a:t>
            </a:r>
            <a:r>
              <a:rPr sz="2400" spc="-150" dirty="0">
                <a:cs typeface="Franklin Gothic Medium"/>
              </a:rPr>
              <a:t>ess</a:t>
            </a:r>
            <a:r>
              <a:rPr sz="2400" spc="-165" dirty="0">
                <a:cs typeface="Franklin Gothic Medium"/>
              </a:rPr>
              <a:t> </a:t>
            </a:r>
            <a:r>
              <a:rPr sz="2400" spc="-95" dirty="0">
                <a:cs typeface="Franklin Gothic Medium"/>
              </a:rPr>
              <a:t>t</a:t>
            </a:r>
            <a:r>
              <a:rPr sz="2400" spc="-150" dirty="0">
                <a:cs typeface="Franklin Gothic Medium"/>
              </a:rPr>
              <a:t>o </a:t>
            </a:r>
            <a:r>
              <a:rPr sz="2400" spc="-114" dirty="0">
                <a:cs typeface="Franklin Gothic Medium"/>
              </a:rPr>
              <a:t>t</a:t>
            </a:r>
            <a:r>
              <a:rPr sz="2400" spc="-200" dirty="0">
                <a:cs typeface="Franklin Gothic Medium"/>
              </a:rPr>
              <a:t>h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45" dirty="0">
                <a:cs typeface="Franklin Gothic Medium"/>
              </a:rPr>
              <a:t>s</a:t>
            </a:r>
            <a:r>
              <a:rPr sz="2400" spc="-185" dirty="0">
                <a:cs typeface="Franklin Gothic Medium"/>
              </a:rPr>
              <a:t>a</a:t>
            </a:r>
            <a:r>
              <a:rPr sz="2400" spc="-385" dirty="0">
                <a:cs typeface="Franklin Gothic Medium"/>
              </a:rPr>
              <a:t>m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d</a:t>
            </a:r>
            <a:r>
              <a:rPr sz="2400" spc="-165" dirty="0">
                <a:cs typeface="Franklin Gothic Medium"/>
              </a:rPr>
              <a:t>a</a:t>
            </a:r>
            <a:r>
              <a:rPr sz="2400" spc="-70" dirty="0">
                <a:cs typeface="Franklin Gothic Medium"/>
              </a:rPr>
              <a:t>t</a:t>
            </a:r>
            <a:r>
              <a:rPr sz="2400" spc="-185" dirty="0">
                <a:cs typeface="Franklin Gothic Medium"/>
              </a:rPr>
              <a:t>a</a:t>
            </a:r>
            <a:r>
              <a:rPr sz="2400" spc="-5" dirty="0">
                <a:cs typeface="Franklin Gothic Medium"/>
              </a:rPr>
              <a:t>.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00" dirty="0">
                <a:cs typeface="Franklin Gothic Medium"/>
              </a:rPr>
              <a:t>In  </a:t>
            </a:r>
            <a:r>
              <a:rPr sz="2400" spc="-345" dirty="0">
                <a:cs typeface="Franklin Gothic Medium"/>
              </a:rPr>
              <a:t>m</a:t>
            </a:r>
            <a:r>
              <a:rPr sz="2400" spc="-225" dirty="0">
                <a:cs typeface="Franklin Gothic Medium"/>
              </a:rPr>
              <a:t>u</a:t>
            </a:r>
            <a:r>
              <a:rPr sz="2400" spc="-65" dirty="0">
                <a:cs typeface="Franklin Gothic Medium"/>
              </a:rPr>
              <a:t>l</a:t>
            </a:r>
            <a:r>
              <a:rPr sz="2400" spc="-95" dirty="0">
                <a:cs typeface="Franklin Gothic Medium"/>
              </a:rPr>
              <a:t>t</a:t>
            </a:r>
            <a:r>
              <a:rPr sz="2400" spc="-80" dirty="0">
                <a:cs typeface="Franklin Gothic Medium"/>
              </a:rPr>
              <a:t>i</a:t>
            </a:r>
            <a:r>
              <a:rPr sz="2400" spc="110" dirty="0">
                <a:cs typeface="Franklin Gothic Medium"/>
              </a:rPr>
              <a:t>-</a:t>
            </a:r>
            <a:r>
              <a:rPr sz="2400" spc="-185" dirty="0">
                <a:cs typeface="Franklin Gothic Medium"/>
              </a:rPr>
              <a:t>u</a:t>
            </a:r>
            <a:r>
              <a:rPr sz="2400" spc="-170" dirty="0">
                <a:cs typeface="Franklin Gothic Medium"/>
              </a:rPr>
              <a:t>se</a:t>
            </a:r>
            <a:r>
              <a:rPr sz="2400" spc="-114" dirty="0">
                <a:cs typeface="Franklin Gothic Medium"/>
              </a:rPr>
              <a:t>r</a:t>
            </a:r>
            <a:r>
              <a:rPr sz="2400" spc="-140" dirty="0">
                <a:cs typeface="Franklin Gothic Medium"/>
              </a:rPr>
              <a:t> </a:t>
            </a:r>
            <a:r>
              <a:rPr sz="2400" spc="-225" dirty="0">
                <a:cs typeface="Franklin Gothic Medium"/>
              </a:rPr>
              <a:t>wo</a:t>
            </a:r>
            <a:r>
              <a:rPr sz="2400" spc="-110" dirty="0">
                <a:cs typeface="Franklin Gothic Medium"/>
              </a:rPr>
              <a:t>r</a:t>
            </a:r>
            <a:r>
              <a:rPr sz="2400" spc="-165" dirty="0">
                <a:cs typeface="Franklin Gothic Medium"/>
              </a:rPr>
              <a:t>ksp</a:t>
            </a:r>
            <a:r>
              <a:rPr sz="2400" spc="-195" dirty="0">
                <a:cs typeface="Franklin Gothic Medium"/>
              </a:rPr>
              <a:t>a</a:t>
            </a:r>
            <a:r>
              <a:rPr sz="2400" spc="-120" dirty="0">
                <a:cs typeface="Franklin Gothic Medium"/>
              </a:rPr>
              <a:t>c</a:t>
            </a:r>
            <a:r>
              <a:rPr sz="2400" spc="-105" dirty="0">
                <a:cs typeface="Franklin Gothic Medium"/>
              </a:rPr>
              <a:t>es,</a:t>
            </a:r>
            <a:r>
              <a:rPr sz="2400" spc="-165" dirty="0">
                <a:cs typeface="Franklin Gothic Medium"/>
              </a:rPr>
              <a:t> </a:t>
            </a:r>
            <a:r>
              <a:rPr sz="2400" spc="-175" dirty="0">
                <a:cs typeface="Franklin Gothic Medium"/>
              </a:rPr>
              <a:t>a</a:t>
            </a:r>
            <a:r>
              <a:rPr sz="2400" spc="-130" dirty="0">
                <a:cs typeface="Franklin Gothic Medium"/>
              </a:rPr>
              <a:t> </a:t>
            </a:r>
            <a:r>
              <a:rPr sz="2400" spc="-95" dirty="0">
                <a:cs typeface="Franklin Gothic Medium"/>
              </a:rPr>
              <a:t>c</a:t>
            </a:r>
            <a:r>
              <a:rPr sz="2400" spc="-190" dirty="0">
                <a:cs typeface="Franklin Gothic Medium"/>
              </a:rPr>
              <a:t>h</a:t>
            </a:r>
            <a:r>
              <a:rPr sz="2400" spc="-160" dirty="0">
                <a:cs typeface="Franklin Gothic Medium"/>
              </a:rPr>
              <a:t>e</a:t>
            </a:r>
            <a:r>
              <a:rPr sz="2400" spc="-110" dirty="0">
                <a:cs typeface="Franklin Gothic Medium"/>
              </a:rPr>
              <a:t>c</a:t>
            </a:r>
            <a:r>
              <a:rPr sz="2400" spc="-235" dirty="0">
                <a:cs typeface="Franklin Gothic Medium"/>
              </a:rPr>
              <a:t>k</a:t>
            </a:r>
            <a:r>
              <a:rPr sz="2400" spc="-170" dirty="0">
                <a:cs typeface="Franklin Gothic Medium"/>
              </a:rPr>
              <a:t> </a:t>
            </a:r>
            <a:r>
              <a:rPr sz="2400" spc="-65" dirty="0">
                <a:cs typeface="Franklin Gothic Medium"/>
              </a:rPr>
              <a:t>i</a:t>
            </a:r>
            <a:r>
              <a:rPr sz="2400" spc="-180" dirty="0">
                <a:cs typeface="Franklin Gothic Medium"/>
              </a:rPr>
              <a:t>n</a:t>
            </a:r>
            <a:r>
              <a:rPr sz="2400" spc="-145" dirty="0">
                <a:cs typeface="Franklin Gothic Medium"/>
              </a:rPr>
              <a:t> </a:t>
            </a:r>
            <a:r>
              <a:rPr sz="2400" spc="-5" dirty="0">
                <a:cs typeface="Franklin Gothic Medium"/>
              </a:rPr>
              <a:t>/</a:t>
            </a:r>
            <a:r>
              <a:rPr sz="2400" spc="-145" dirty="0">
                <a:cs typeface="Franklin Gothic Medium"/>
              </a:rPr>
              <a:t> </a:t>
            </a:r>
            <a:r>
              <a:rPr sz="2400" spc="-95" dirty="0">
                <a:cs typeface="Franklin Gothic Medium"/>
              </a:rPr>
              <a:t>c</a:t>
            </a:r>
            <a:r>
              <a:rPr sz="2400" spc="-190" dirty="0">
                <a:cs typeface="Franklin Gothic Medium"/>
              </a:rPr>
              <a:t>h</a:t>
            </a:r>
            <a:r>
              <a:rPr sz="2400" spc="-160" dirty="0">
                <a:cs typeface="Franklin Gothic Medium"/>
              </a:rPr>
              <a:t>e</a:t>
            </a:r>
            <a:r>
              <a:rPr sz="2400" spc="-110" dirty="0">
                <a:cs typeface="Franklin Gothic Medium"/>
              </a:rPr>
              <a:t>c</a:t>
            </a:r>
            <a:r>
              <a:rPr sz="2400" spc="-235" dirty="0">
                <a:cs typeface="Franklin Gothic Medium"/>
              </a:rPr>
              <a:t>k</a:t>
            </a:r>
            <a:r>
              <a:rPr sz="2400" spc="-170" dirty="0">
                <a:cs typeface="Franklin Gothic Medium"/>
              </a:rPr>
              <a:t> </a:t>
            </a:r>
            <a:r>
              <a:rPr sz="2400" spc="-160" dirty="0">
                <a:cs typeface="Franklin Gothic Medium"/>
              </a:rPr>
              <a:t>o</a:t>
            </a:r>
            <a:r>
              <a:rPr sz="2400" spc="-185" dirty="0">
                <a:cs typeface="Franklin Gothic Medium"/>
              </a:rPr>
              <a:t>u</a:t>
            </a:r>
            <a:r>
              <a:rPr sz="2400" spc="-95" dirty="0">
                <a:cs typeface="Franklin Gothic Medium"/>
              </a:rPr>
              <a:t>t  </a:t>
            </a:r>
            <a:r>
              <a:rPr sz="2400" spc="-200" dirty="0">
                <a:cs typeface="Franklin Gothic Medium"/>
              </a:rPr>
              <a:t>mechanism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65" dirty="0">
                <a:cs typeface="Franklin Gothic Medium"/>
              </a:rPr>
              <a:t>ensures</a:t>
            </a:r>
            <a:r>
              <a:rPr sz="2400" spc="-135" dirty="0">
                <a:cs typeface="Franklin Gothic Medium"/>
              </a:rPr>
              <a:t> </a:t>
            </a:r>
            <a:r>
              <a:rPr sz="2400" spc="-150" dirty="0">
                <a:cs typeface="Franklin Gothic Medium"/>
              </a:rPr>
              <a:t>that</a:t>
            </a:r>
            <a:r>
              <a:rPr sz="2400" spc="-140" dirty="0">
                <a:cs typeface="Franklin Gothic Medium"/>
              </a:rPr>
              <a:t> </a:t>
            </a:r>
            <a:r>
              <a:rPr sz="2400" spc="-145" dirty="0">
                <a:cs typeface="Franklin Gothic Medium"/>
              </a:rPr>
              <a:t>users </a:t>
            </a:r>
            <a:r>
              <a:rPr sz="2400" spc="-65" dirty="0">
                <a:cs typeface="Franklin Gothic Medium"/>
              </a:rPr>
              <a:t>don't</a:t>
            </a:r>
            <a:r>
              <a:rPr sz="2400" spc="-120" dirty="0">
                <a:cs typeface="Franklin Gothic Medium"/>
              </a:rPr>
              <a:t> </a:t>
            </a:r>
            <a:r>
              <a:rPr sz="2400" spc="-135" dirty="0">
                <a:cs typeface="Franklin Gothic Medium"/>
              </a:rPr>
              <a:t>interfere </a:t>
            </a:r>
            <a:r>
              <a:rPr sz="2400" spc="-130" dirty="0">
                <a:cs typeface="Franklin Gothic Medium"/>
              </a:rPr>
              <a:t> </a:t>
            </a:r>
            <a:r>
              <a:rPr sz="2400" spc="-295" dirty="0">
                <a:cs typeface="Franklin Gothic Medium"/>
              </a:rPr>
              <a:t>w</a:t>
            </a:r>
            <a:r>
              <a:rPr sz="2400" spc="-65" dirty="0">
                <a:cs typeface="Franklin Gothic Medium"/>
              </a:rPr>
              <a:t>i</a:t>
            </a:r>
            <a:r>
              <a:rPr sz="2400" spc="-114" dirty="0">
                <a:cs typeface="Franklin Gothic Medium"/>
              </a:rPr>
              <a:t>t</a:t>
            </a:r>
            <a:r>
              <a:rPr sz="2400" spc="-180" dirty="0">
                <a:cs typeface="Franklin Gothic Medium"/>
              </a:rPr>
              <a:t>h</a:t>
            </a:r>
            <a:r>
              <a:rPr sz="2400" spc="-150" dirty="0">
                <a:cs typeface="Franklin Gothic Medium"/>
              </a:rPr>
              <a:t> </a:t>
            </a:r>
            <a:r>
              <a:rPr sz="2400" spc="-175" dirty="0">
                <a:cs typeface="Franklin Gothic Medium"/>
              </a:rPr>
              <a:t>e</a:t>
            </a:r>
            <a:r>
              <a:rPr sz="2400" spc="-190" dirty="0">
                <a:cs typeface="Franklin Gothic Medium"/>
              </a:rPr>
              <a:t>a</a:t>
            </a:r>
            <a:r>
              <a:rPr sz="2400" spc="-95" dirty="0">
                <a:cs typeface="Franklin Gothic Medium"/>
              </a:rPr>
              <a:t>c</a:t>
            </a:r>
            <a:r>
              <a:rPr sz="2400" spc="-180" dirty="0">
                <a:cs typeface="Franklin Gothic Medium"/>
              </a:rPr>
              <a:t>h</a:t>
            </a:r>
            <a:r>
              <a:rPr sz="2400" spc="-145" dirty="0">
                <a:cs typeface="Franklin Gothic Medium"/>
              </a:rPr>
              <a:t> </a:t>
            </a:r>
            <a:r>
              <a:rPr sz="2400" spc="-165" dirty="0">
                <a:cs typeface="Franklin Gothic Medium"/>
              </a:rPr>
              <a:t>o</a:t>
            </a:r>
            <a:r>
              <a:rPr sz="2400" spc="-114" dirty="0">
                <a:cs typeface="Franklin Gothic Medium"/>
              </a:rPr>
              <a:t>t</a:t>
            </a:r>
            <a:r>
              <a:rPr sz="2400" spc="-190" dirty="0">
                <a:cs typeface="Franklin Gothic Medium"/>
              </a:rPr>
              <a:t>he</a:t>
            </a:r>
            <a:r>
              <a:rPr sz="2400" spc="-70" dirty="0">
                <a:cs typeface="Franklin Gothic Medium"/>
              </a:rPr>
              <a:t>r</a:t>
            </a:r>
            <a:r>
              <a:rPr sz="2400" spc="-135" dirty="0">
                <a:cs typeface="Franklin Gothic Medium"/>
              </a:rPr>
              <a:t>s</a:t>
            </a:r>
            <a:r>
              <a:rPr sz="2400" spc="-140" dirty="0">
                <a:cs typeface="Franklin Gothic Medium"/>
              </a:rPr>
              <a:t> </a:t>
            </a:r>
            <a:r>
              <a:rPr sz="2400" spc="-250" dirty="0">
                <a:cs typeface="Franklin Gothic Medium"/>
              </a:rPr>
              <a:t>w</a:t>
            </a:r>
            <a:r>
              <a:rPr sz="2400" spc="-200" dirty="0">
                <a:cs typeface="Franklin Gothic Medium"/>
              </a:rPr>
              <a:t>o</a:t>
            </a:r>
            <a:r>
              <a:rPr sz="2400" spc="-110" dirty="0">
                <a:cs typeface="Franklin Gothic Medium"/>
              </a:rPr>
              <a:t>r</a:t>
            </a:r>
            <a:r>
              <a:rPr sz="2400" spc="-235" dirty="0">
                <a:cs typeface="Franklin Gothic Medium"/>
              </a:rPr>
              <a:t>k</a:t>
            </a:r>
            <a:endParaRPr sz="2400" dirty="0"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244" y="520141"/>
            <a:ext cx="62826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>
                <a:latin typeface="Calibri Light"/>
                <a:cs typeface="Calibri Light"/>
              </a:rPr>
              <a:t>Single</a:t>
            </a:r>
            <a:r>
              <a:rPr sz="5400" spc="-65">
                <a:latin typeface="Calibri Light"/>
                <a:cs typeface="Calibri Light"/>
              </a:rPr>
              <a:t> </a:t>
            </a:r>
            <a:r>
              <a:rPr sz="5400">
                <a:latin typeface="Calibri Light"/>
                <a:cs typeface="Calibri Light"/>
              </a:rPr>
              <a:t>User</a:t>
            </a:r>
            <a:r>
              <a:rPr sz="5400" spc="-40">
                <a:latin typeface="Calibri Light"/>
                <a:cs typeface="Calibri Light"/>
              </a:rPr>
              <a:t> </a:t>
            </a:r>
            <a:r>
              <a:rPr sz="5400" spc="-35">
                <a:latin typeface="Calibri Light"/>
                <a:cs typeface="Calibri Light"/>
              </a:rPr>
              <a:t>Workspace</a:t>
            </a:r>
            <a:endParaRPr sz="5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6686" y="1827434"/>
            <a:ext cx="10467975" cy="97790"/>
            <a:chOff x="816686" y="1827434"/>
            <a:chExt cx="10467975" cy="97790"/>
          </a:xfrm>
        </p:grpSpPr>
        <p:sp>
          <p:nvSpPr>
            <p:cNvPr id="4" name="object 4"/>
            <p:cNvSpPr/>
            <p:nvPr/>
          </p:nvSpPr>
          <p:spPr>
            <a:xfrm>
              <a:off x="837618" y="1846240"/>
              <a:ext cx="10424795" cy="55880"/>
            </a:xfrm>
            <a:custGeom>
              <a:avLst/>
              <a:gdLst/>
              <a:ahLst/>
              <a:cxnLst/>
              <a:rect l="l" t="t" r="r" b="b"/>
              <a:pathLst>
                <a:path w="10424795" h="55880">
                  <a:moveTo>
                    <a:pt x="9672571" y="32258"/>
                  </a:moveTo>
                  <a:lnTo>
                    <a:pt x="8664600" y="32258"/>
                  </a:lnTo>
                  <a:lnTo>
                    <a:pt x="8704403" y="32638"/>
                  </a:lnTo>
                  <a:lnTo>
                    <a:pt x="8991481" y="39243"/>
                  </a:lnTo>
                  <a:lnTo>
                    <a:pt x="9046605" y="41528"/>
                  </a:lnTo>
                  <a:lnTo>
                    <a:pt x="9271009" y="53975"/>
                  </a:lnTo>
                  <a:lnTo>
                    <a:pt x="9312714" y="55118"/>
                  </a:lnTo>
                  <a:lnTo>
                    <a:pt x="9355717" y="55499"/>
                  </a:lnTo>
                  <a:lnTo>
                    <a:pt x="9401026" y="54863"/>
                  </a:lnTo>
                  <a:lnTo>
                    <a:pt x="9449653" y="52959"/>
                  </a:lnTo>
                  <a:lnTo>
                    <a:pt x="9502606" y="49529"/>
                  </a:lnTo>
                  <a:lnTo>
                    <a:pt x="9560895" y="44450"/>
                  </a:lnTo>
                  <a:lnTo>
                    <a:pt x="9672571" y="32258"/>
                  </a:lnTo>
                  <a:close/>
                </a:path>
                <a:path w="10424795" h="55880">
                  <a:moveTo>
                    <a:pt x="4143860" y="0"/>
                  </a:moveTo>
                  <a:lnTo>
                    <a:pt x="4088596" y="2286"/>
                  </a:lnTo>
                  <a:lnTo>
                    <a:pt x="4028130" y="8382"/>
                  </a:lnTo>
                  <a:lnTo>
                    <a:pt x="3920824" y="25908"/>
                  </a:lnTo>
                  <a:lnTo>
                    <a:pt x="3875876" y="31114"/>
                  </a:lnTo>
                  <a:lnTo>
                    <a:pt x="3827424" y="35051"/>
                  </a:lnTo>
                  <a:lnTo>
                    <a:pt x="3808418" y="35991"/>
                  </a:lnTo>
                  <a:lnTo>
                    <a:pt x="3887650" y="43561"/>
                  </a:lnTo>
                  <a:lnTo>
                    <a:pt x="3952048" y="47371"/>
                  </a:lnTo>
                  <a:lnTo>
                    <a:pt x="4015502" y="49275"/>
                  </a:lnTo>
                  <a:lnTo>
                    <a:pt x="4077545" y="49657"/>
                  </a:lnTo>
                  <a:lnTo>
                    <a:pt x="4137710" y="48640"/>
                  </a:lnTo>
                  <a:lnTo>
                    <a:pt x="4195531" y="46736"/>
                  </a:lnTo>
                  <a:lnTo>
                    <a:pt x="4433141" y="34798"/>
                  </a:lnTo>
                  <a:lnTo>
                    <a:pt x="4467098" y="34162"/>
                  </a:lnTo>
                  <a:lnTo>
                    <a:pt x="6037083" y="34162"/>
                  </a:lnTo>
                  <a:lnTo>
                    <a:pt x="6070492" y="33274"/>
                  </a:lnTo>
                  <a:lnTo>
                    <a:pt x="8100032" y="33274"/>
                  </a:lnTo>
                  <a:lnTo>
                    <a:pt x="8145924" y="31241"/>
                  </a:lnTo>
                  <a:lnTo>
                    <a:pt x="7524437" y="30987"/>
                  </a:lnTo>
                  <a:lnTo>
                    <a:pt x="7402333" y="29083"/>
                  </a:lnTo>
                  <a:lnTo>
                    <a:pt x="6480821" y="29083"/>
                  </a:lnTo>
                  <a:lnTo>
                    <a:pt x="6435071" y="28701"/>
                  </a:lnTo>
                  <a:lnTo>
                    <a:pt x="6389830" y="27559"/>
                  </a:lnTo>
                  <a:lnTo>
                    <a:pt x="6344891" y="25653"/>
                  </a:lnTo>
                  <a:lnTo>
                    <a:pt x="6310720" y="23622"/>
                  </a:lnTo>
                  <a:lnTo>
                    <a:pt x="5104778" y="23622"/>
                  </a:lnTo>
                  <a:lnTo>
                    <a:pt x="4448248" y="19176"/>
                  </a:lnTo>
                  <a:lnTo>
                    <a:pt x="4408335" y="18923"/>
                  </a:lnTo>
                  <a:lnTo>
                    <a:pt x="4368485" y="16383"/>
                  </a:lnTo>
                  <a:lnTo>
                    <a:pt x="4327946" y="12446"/>
                  </a:lnTo>
                  <a:lnTo>
                    <a:pt x="4285966" y="7874"/>
                  </a:lnTo>
                  <a:lnTo>
                    <a:pt x="4241793" y="3810"/>
                  </a:lnTo>
                  <a:lnTo>
                    <a:pt x="4194675" y="888"/>
                  </a:lnTo>
                  <a:lnTo>
                    <a:pt x="4143860" y="0"/>
                  </a:lnTo>
                  <a:close/>
                </a:path>
                <a:path w="10424795" h="55880">
                  <a:moveTo>
                    <a:pt x="2558156" y="34671"/>
                  </a:moveTo>
                  <a:lnTo>
                    <a:pt x="2093480" y="34671"/>
                  </a:lnTo>
                  <a:lnTo>
                    <a:pt x="2137705" y="34798"/>
                  </a:lnTo>
                  <a:lnTo>
                    <a:pt x="2183262" y="36957"/>
                  </a:lnTo>
                  <a:lnTo>
                    <a:pt x="2278262" y="43941"/>
                  </a:lnTo>
                  <a:lnTo>
                    <a:pt x="2327650" y="47116"/>
                  </a:lnTo>
                  <a:lnTo>
                    <a:pt x="2378261" y="48895"/>
                  </a:lnTo>
                  <a:lnTo>
                    <a:pt x="2430066" y="48387"/>
                  </a:lnTo>
                  <a:lnTo>
                    <a:pt x="2483039" y="44958"/>
                  </a:lnTo>
                  <a:lnTo>
                    <a:pt x="2558156" y="34671"/>
                  </a:lnTo>
                  <a:close/>
                </a:path>
                <a:path w="10424795" h="55880">
                  <a:moveTo>
                    <a:pt x="1303455" y="35178"/>
                  </a:moveTo>
                  <a:lnTo>
                    <a:pt x="770780" y="35178"/>
                  </a:lnTo>
                  <a:lnTo>
                    <a:pt x="810330" y="35306"/>
                  </a:lnTo>
                  <a:lnTo>
                    <a:pt x="843432" y="36068"/>
                  </a:lnTo>
                  <a:lnTo>
                    <a:pt x="869261" y="37464"/>
                  </a:lnTo>
                  <a:lnTo>
                    <a:pt x="943403" y="43814"/>
                  </a:lnTo>
                  <a:lnTo>
                    <a:pt x="973571" y="45847"/>
                  </a:lnTo>
                  <a:lnTo>
                    <a:pt x="1005675" y="46862"/>
                  </a:lnTo>
                  <a:lnTo>
                    <a:pt x="1044619" y="46736"/>
                  </a:lnTo>
                  <a:lnTo>
                    <a:pt x="1095307" y="45338"/>
                  </a:lnTo>
                  <a:lnTo>
                    <a:pt x="1303455" y="35178"/>
                  </a:lnTo>
                  <a:close/>
                </a:path>
                <a:path w="10424795" h="55880">
                  <a:moveTo>
                    <a:pt x="8097722" y="33527"/>
                  </a:moveTo>
                  <a:lnTo>
                    <a:pt x="6662726" y="33527"/>
                  </a:lnTo>
                  <a:lnTo>
                    <a:pt x="7098939" y="37464"/>
                  </a:lnTo>
                  <a:lnTo>
                    <a:pt x="7158555" y="37464"/>
                  </a:lnTo>
                  <a:lnTo>
                    <a:pt x="7839980" y="45338"/>
                  </a:lnTo>
                  <a:lnTo>
                    <a:pt x="7934930" y="44703"/>
                  </a:lnTo>
                  <a:lnTo>
                    <a:pt x="7975517" y="43687"/>
                  </a:lnTo>
                  <a:lnTo>
                    <a:pt x="8010644" y="42163"/>
                  </a:lnTo>
                  <a:lnTo>
                    <a:pt x="8039658" y="40132"/>
                  </a:lnTo>
                  <a:lnTo>
                    <a:pt x="8097722" y="33527"/>
                  </a:lnTo>
                  <a:close/>
                </a:path>
                <a:path w="10424795" h="55880">
                  <a:moveTo>
                    <a:pt x="6037083" y="34162"/>
                  </a:moveTo>
                  <a:lnTo>
                    <a:pt x="4467098" y="34162"/>
                  </a:lnTo>
                  <a:lnTo>
                    <a:pt x="4495446" y="35051"/>
                  </a:lnTo>
                  <a:lnTo>
                    <a:pt x="4517717" y="37464"/>
                  </a:lnTo>
                  <a:lnTo>
                    <a:pt x="4552061" y="42037"/>
                  </a:lnTo>
                  <a:lnTo>
                    <a:pt x="4588805" y="43941"/>
                  </a:lnTo>
                  <a:lnTo>
                    <a:pt x="4628668" y="43941"/>
                  </a:lnTo>
                  <a:lnTo>
                    <a:pt x="4672371" y="42672"/>
                  </a:lnTo>
                  <a:lnTo>
                    <a:pt x="4774177" y="38862"/>
                  </a:lnTo>
                  <a:lnTo>
                    <a:pt x="4833721" y="37464"/>
                  </a:lnTo>
                  <a:lnTo>
                    <a:pt x="5282130" y="37464"/>
                  </a:lnTo>
                  <a:lnTo>
                    <a:pt x="5342879" y="35560"/>
                  </a:lnTo>
                  <a:lnTo>
                    <a:pt x="5402695" y="34671"/>
                  </a:lnTo>
                  <a:lnTo>
                    <a:pt x="6022765" y="34544"/>
                  </a:lnTo>
                  <a:lnTo>
                    <a:pt x="6037083" y="34162"/>
                  </a:lnTo>
                  <a:close/>
                </a:path>
                <a:path w="10424795" h="55880">
                  <a:moveTo>
                    <a:pt x="5282130" y="37464"/>
                  </a:moveTo>
                  <a:lnTo>
                    <a:pt x="4899987" y="37464"/>
                  </a:lnTo>
                  <a:lnTo>
                    <a:pt x="4944422" y="38226"/>
                  </a:lnTo>
                  <a:lnTo>
                    <a:pt x="4978129" y="39243"/>
                  </a:lnTo>
                  <a:lnTo>
                    <a:pt x="5044173" y="42163"/>
                  </a:lnTo>
                  <a:lnTo>
                    <a:pt x="5064263" y="42799"/>
                  </a:lnTo>
                  <a:lnTo>
                    <a:pt x="5088274" y="42925"/>
                  </a:lnTo>
                  <a:lnTo>
                    <a:pt x="5119136" y="42672"/>
                  </a:lnTo>
                  <a:lnTo>
                    <a:pt x="5159779" y="41783"/>
                  </a:lnTo>
                  <a:lnTo>
                    <a:pt x="5282130" y="37464"/>
                  </a:lnTo>
                  <a:close/>
                </a:path>
                <a:path w="10424795" h="55880">
                  <a:moveTo>
                    <a:pt x="581" y="19176"/>
                  </a:moveTo>
                  <a:lnTo>
                    <a:pt x="121" y="25146"/>
                  </a:lnTo>
                  <a:lnTo>
                    <a:pt x="0" y="27686"/>
                  </a:lnTo>
                  <a:lnTo>
                    <a:pt x="125" y="31876"/>
                  </a:lnTo>
                  <a:lnTo>
                    <a:pt x="44042" y="39750"/>
                  </a:lnTo>
                  <a:lnTo>
                    <a:pt x="92571" y="41275"/>
                  </a:lnTo>
                  <a:lnTo>
                    <a:pt x="145346" y="42163"/>
                  </a:lnTo>
                  <a:lnTo>
                    <a:pt x="201543" y="42545"/>
                  </a:lnTo>
                  <a:lnTo>
                    <a:pt x="725602" y="35306"/>
                  </a:lnTo>
                  <a:lnTo>
                    <a:pt x="1303455" y="35178"/>
                  </a:lnTo>
                  <a:lnTo>
                    <a:pt x="1357620" y="33782"/>
                  </a:lnTo>
                  <a:lnTo>
                    <a:pt x="1413489" y="33147"/>
                  </a:lnTo>
                  <a:lnTo>
                    <a:pt x="2569285" y="33147"/>
                  </a:lnTo>
                  <a:lnTo>
                    <a:pt x="2574849" y="32385"/>
                  </a:lnTo>
                  <a:lnTo>
                    <a:pt x="2606358" y="29845"/>
                  </a:lnTo>
                  <a:lnTo>
                    <a:pt x="1449216" y="29845"/>
                  </a:lnTo>
                  <a:lnTo>
                    <a:pt x="1218144" y="27939"/>
                  </a:lnTo>
                  <a:lnTo>
                    <a:pt x="1183392" y="27177"/>
                  </a:lnTo>
                  <a:lnTo>
                    <a:pt x="152427" y="27177"/>
                  </a:lnTo>
                  <a:lnTo>
                    <a:pt x="108919" y="26670"/>
                  </a:lnTo>
                  <a:lnTo>
                    <a:pt x="68913" y="25273"/>
                  </a:lnTo>
                  <a:lnTo>
                    <a:pt x="32702" y="22860"/>
                  </a:lnTo>
                  <a:lnTo>
                    <a:pt x="581" y="19176"/>
                  </a:lnTo>
                  <a:close/>
                </a:path>
                <a:path w="10424795" h="55880">
                  <a:moveTo>
                    <a:pt x="2569285" y="33147"/>
                  </a:moveTo>
                  <a:lnTo>
                    <a:pt x="1470524" y="33147"/>
                  </a:lnTo>
                  <a:lnTo>
                    <a:pt x="1528190" y="33782"/>
                  </a:lnTo>
                  <a:lnTo>
                    <a:pt x="1857366" y="41148"/>
                  </a:lnTo>
                  <a:lnTo>
                    <a:pt x="1947802" y="41783"/>
                  </a:lnTo>
                  <a:lnTo>
                    <a:pt x="1986989" y="41148"/>
                  </a:lnTo>
                  <a:lnTo>
                    <a:pt x="2021439" y="39750"/>
                  </a:lnTo>
                  <a:lnTo>
                    <a:pt x="2050615" y="37464"/>
                  </a:lnTo>
                  <a:lnTo>
                    <a:pt x="2093480" y="34671"/>
                  </a:lnTo>
                  <a:lnTo>
                    <a:pt x="2558156" y="34671"/>
                  </a:lnTo>
                  <a:lnTo>
                    <a:pt x="2569285" y="33147"/>
                  </a:lnTo>
                  <a:close/>
                </a:path>
                <a:path w="10424795" h="55880">
                  <a:moveTo>
                    <a:pt x="6022765" y="34544"/>
                  </a:moveTo>
                  <a:lnTo>
                    <a:pt x="5461384" y="34544"/>
                  </a:lnTo>
                  <a:lnTo>
                    <a:pt x="5518752" y="34925"/>
                  </a:lnTo>
                  <a:lnTo>
                    <a:pt x="5824349" y="41401"/>
                  </a:lnTo>
                  <a:lnTo>
                    <a:pt x="5867035" y="41528"/>
                  </a:lnTo>
                  <a:lnTo>
                    <a:pt x="5906848" y="41148"/>
                  </a:lnTo>
                  <a:lnTo>
                    <a:pt x="5943592" y="39750"/>
                  </a:lnTo>
                  <a:lnTo>
                    <a:pt x="6022765" y="34544"/>
                  </a:lnTo>
                  <a:close/>
                </a:path>
                <a:path w="10424795" h="55880">
                  <a:moveTo>
                    <a:pt x="3240771" y="25908"/>
                  </a:moveTo>
                  <a:lnTo>
                    <a:pt x="2722340" y="25908"/>
                  </a:lnTo>
                  <a:lnTo>
                    <a:pt x="2779554" y="26162"/>
                  </a:lnTo>
                  <a:lnTo>
                    <a:pt x="2839085" y="27177"/>
                  </a:lnTo>
                  <a:lnTo>
                    <a:pt x="3187537" y="39115"/>
                  </a:lnTo>
                  <a:lnTo>
                    <a:pt x="3234591" y="40132"/>
                  </a:lnTo>
                  <a:lnTo>
                    <a:pt x="3275763" y="40259"/>
                  </a:lnTo>
                  <a:lnTo>
                    <a:pt x="3310029" y="39497"/>
                  </a:lnTo>
                  <a:lnTo>
                    <a:pt x="3336363" y="37464"/>
                  </a:lnTo>
                  <a:lnTo>
                    <a:pt x="3376424" y="32210"/>
                  </a:lnTo>
                  <a:lnTo>
                    <a:pt x="3240771" y="25908"/>
                  </a:lnTo>
                  <a:close/>
                </a:path>
                <a:path w="10424795" h="55880">
                  <a:moveTo>
                    <a:pt x="8100032" y="33274"/>
                  </a:moveTo>
                  <a:lnTo>
                    <a:pt x="6070492" y="33274"/>
                  </a:lnTo>
                  <a:lnTo>
                    <a:pt x="6119738" y="33400"/>
                  </a:lnTo>
                  <a:lnTo>
                    <a:pt x="6169988" y="34416"/>
                  </a:lnTo>
                  <a:lnTo>
                    <a:pt x="6321586" y="39115"/>
                  </a:lnTo>
                  <a:lnTo>
                    <a:pt x="6370680" y="39877"/>
                  </a:lnTo>
                  <a:lnTo>
                    <a:pt x="6418194" y="39370"/>
                  </a:lnTo>
                  <a:lnTo>
                    <a:pt x="6496970" y="35813"/>
                  </a:lnTo>
                  <a:lnTo>
                    <a:pt x="6533804" y="34544"/>
                  </a:lnTo>
                  <a:lnTo>
                    <a:pt x="6573869" y="33782"/>
                  </a:lnTo>
                  <a:lnTo>
                    <a:pt x="8097722" y="33527"/>
                  </a:lnTo>
                  <a:lnTo>
                    <a:pt x="8100032" y="33274"/>
                  </a:lnTo>
                  <a:close/>
                </a:path>
                <a:path w="10424795" h="55880">
                  <a:moveTo>
                    <a:pt x="3554392" y="18541"/>
                  </a:moveTo>
                  <a:lnTo>
                    <a:pt x="3509892" y="19303"/>
                  </a:lnTo>
                  <a:lnTo>
                    <a:pt x="3470966" y="21336"/>
                  </a:lnTo>
                  <a:lnTo>
                    <a:pt x="3435883" y="24637"/>
                  </a:lnTo>
                  <a:lnTo>
                    <a:pt x="3376424" y="32210"/>
                  </a:lnTo>
                  <a:lnTo>
                    <a:pt x="3552068" y="38353"/>
                  </a:lnTo>
                  <a:lnTo>
                    <a:pt x="3609698" y="39370"/>
                  </a:lnTo>
                  <a:lnTo>
                    <a:pt x="3666605" y="39624"/>
                  </a:lnTo>
                  <a:lnTo>
                    <a:pt x="3722232" y="39115"/>
                  </a:lnTo>
                  <a:lnTo>
                    <a:pt x="3776024" y="37591"/>
                  </a:lnTo>
                  <a:lnTo>
                    <a:pt x="3808418" y="35991"/>
                  </a:lnTo>
                  <a:lnTo>
                    <a:pt x="3738656" y="28828"/>
                  </a:lnTo>
                  <a:lnTo>
                    <a:pt x="3667042" y="22987"/>
                  </a:lnTo>
                  <a:lnTo>
                    <a:pt x="3606198" y="19685"/>
                  </a:lnTo>
                  <a:lnTo>
                    <a:pt x="3554392" y="18541"/>
                  </a:lnTo>
                  <a:close/>
                </a:path>
                <a:path w="10424795" h="55880">
                  <a:moveTo>
                    <a:pt x="8129997" y="6985"/>
                  </a:moveTo>
                  <a:lnTo>
                    <a:pt x="8073862" y="7493"/>
                  </a:lnTo>
                  <a:lnTo>
                    <a:pt x="8009886" y="9398"/>
                  </a:lnTo>
                  <a:lnTo>
                    <a:pt x="7936841" y="13208"/>
                  </a:lnTo>
                  <a:lnTo>
                    <a:pt x="7795050" y="23368"/>
                  </a:lnTo>
                  <a:lnTo>
                    <a:pt x="7738200" y="26670"/>
                  </a:lnTo>
                  <a:lnTo>
                    <a:pt x="7682831" y="28828"/>
                  </a:lnTo>
                  <a:lnTo>
                    <a:pt x="7628826" y="30352"/>
                  </a:lnTo>
                  <a:lnTo>
                    <a:pt x="7576068" y="30987"/>
                  </a:lnTo>
                  <a:lnTo>
                    <a:pt x="8197546" y="30987"/>
                  </a:lnTo>
                  <a:lnTo>
                    <a:pt x="8252863" y="31876"/>
                  </a:lnTo>
                  <a:lnTo>
                    <a:pt x="8470399" y="38608"/>
                  </a:lnTo>
                  <a:lnTo>
                    <a:pt x="8513676" y="38735"/>
                  </a:lnTo>
                  <a:lnTo>
                    <a:pt x="8548443" y="37464"/>
                  </a:lnTo>
                  <a:lnTo>
                    <a:pt x="8581141" y="35051"/>
                  </a:lnTo>
                  <a:lnTo>
                    <a:pt x="8608028" y="33400"/>
                  </a:lnTo>
                  <a:lnTo>
                    <a:pt x="8634161" y="32512"/>
                  </a:lnTo>
                  <a:lnTo>
                    <a:pt x="9672571" y="32258"/>
                  </a:lnTo>
                  <a:lnTo>
                    <a:pt x="9682897" y="31114"/>
                  </a:lnTo>
                  <a:lnTo>
                    <a:pt x="9736188" y="25908"/>
                  </a:lnTo>
                  <a:lnTo>
                    <a:pt x="9784552" y="21844"/>
                  </a:lnTo>
                  <a:lnTo>
                    <a:pt x="9106605" y="21844"/>
                  </a:lnTo>
                  <a:lnTo>
                    <a:pt x="9068170" y="21082"/>
                  </a:lnTo>
                  <a:lnTo>
                    <a:pt x="9034853" y="19176"/>
                  </a:lnTo>
                  <a:lnTo>
                    <a:pt x="8406556" y="19176"/>
                  </a:lnTo>
                  <a:lnTo>
                    <a:pt x="8370921" y="18161"/>
                  </a:lnTo>
                  <a:lnTo>
                    <a:pt x="8336041" y="16256"/>
                  </a:lnTo>
                  <a:lnTo>
                    <a:pt x="8263637" y="11557"/>
                  </a:lnTo>
                  <a:lnTo>
                    <a:pt x="8223656" y="9398"/>
                  </a:lnTo>
                  <a:lnTo>
                    <a:pt x="8179519" y="7747"/>
                  </a:lnTo>
                  <a:lnTo>
                    <a:pt x="8129997" y="6985"/>
                  </a:lnTo>
                  <a:close/>
                </a:path>
                <a:path w="10424795" h="55880">
                  <a:moveTo>
                    <a:pt x="10377090" y="18161"/>
                  </a:moveTo>
                  <a:lnTo>
                    <a:pt x="10330090" y="18796"/>
                  </a:lnTo>
                  <a:lnTo>
                    <a:pt x="10283459" y="20700"/>
                  </a:lnTo>
                  <a:lnTo>
                    <a:pt x="10224880" y="24280"/>
                  </a:lnTo>
                  <a:lnTo>
                    <a:pt x="10424741" y="37464"/>
                  </a:lnTo>
                  <a:lnTo>
                    <a:pt x="10424741" y="19176"/>
                  </a:lnTo>
                  <a:lnTo>
                    <a:pt x="10377090" y="18161"/>
                  </a:lnTo>
                  <a:close/>
                </a:path>
                <a:path w="10424795" h="55880">
                  <a:moveTo>
                    <a:pt x="9964646" y="14350"/>
                  </a:moveTo>
                  <a:lnTo>
                    <a:pt x="9921815" y="14859"/>
                  </a:lnTo>
                  <a:lnTo>
                    <a:pt x="9878215" y="16256"/>
                  </a:lnTo>
                  <a:lnTo>
                    <a:pt x="9833185" y="18414"/>
                  </a:lnTo>
                  <a:lnTo>
                    <a:pt x="9829894" y="18645"/>
                  </a:lnTo>
                  <a:lnTo>
                    <a:pt x="9890009" y="26543"/>
                  </a:lnTo>
                  <a:lnTo>
                    <a:pt x="9943796" y="30987"/>
                  </a:lnTo>
                  <a:lnTo>
                    <a:pt x="9995705" y="33020"/>
                  </a:lnTo>
                  <a:lnTo>
                    <a:pt x="10046017" y="33147"/>
                  </a:lnTo>
                  <a:lnTo>
                    <a:pt x="10095014" y="31876"/>
                  </a:lnTo>
                  <a:lnTo>
                    <a:pt x="10142975" y="29463"/>
                  </a:lnTo>
                  <a:lnTo>
                    <a:pt x="10224880" y="24280"/>
                  </a:lnTo>
                  <a:lnTo>
                    <a:pt x="10095148" y="17145"/>
                  </a:lnTo>
                  <a:lnTo>
                    <a:pt x="10050651" y="15494"/>
                  </a:lnTo>
                  <a:lnTo>
                    <a:pt x="10007371" y="14604"/>
                  </a:lnTo>
                  <a:lnTo>
                    <a:pt x="9964646" y="14350"/>
                  </a:lnTo>
                  <a:close/>
                </a:path>
                <a:path w="10424795" h="55880">
                  <a:moveTo>
                    <a:pt x="1989054" y="15112"/>
                  </a:moveTo>
                  <a:lnTo>
                    <a:pt x="1934558" y="16128"/>
                  </a:lnTo>
                  <a:lnTo>
                    <a:pt x="1876879" y="19176"/>
                  </a:lnTo>
                  <a:lnTo>
                    <a:pt x="1834743" y="21844"/>
                  </a:lnTo>
                  <a:lnTo>
                    <a:pt x="1788000" y="24129"/>
                  </a:lnTo>
                  <a:lnTo>
                    <a:pt x="1737336" y="25908"/>
                  </a:lnTo>
                  <a:lnTo>
                    <a:pt x="1626988" y="28575"/>
                  </a:lnTo>
                  <a:lnTo>
                    <a:pt x="1449216" y="29845"/>
                  </a:lnTo>
                  <a:lnTo>
                    <a:pt x="2606358" y="29845"/>
                  </a:lnTo>
                  <a:lnTo>
                    <a:pt x="2618962" y="28828"/>
                  </a:lnTo>
                  <a:lnTo>
                    <a:pt x="2628245" y="28448"/>
                  </a:lnTo>
                  <a:lnTo>
                    <a:pt x="2322917" y="28448"/>
                  </a:lnTo>
                  <a:lnTo>
                    <a:pt x="2276863" y="27686"/>
                  </a:lnTo>
                  <a:lnTo>
                    <a:pt x="2231086" y="25781"/>
                  </a:lnTo>
                  <a:lnTo>
                    <a:pt x="2090474" y="17652"/>
                  </a:lnTo>
                  <a:lnTo>
                    <a:pt x="2040862" y="15748"/>
                  </a:lnTo>
                  <a:lnTo>
                    <a:pt x="1989054" y="15112"/>
                  </a:lnTo>
                  <a:close/>
                </a:path>
                <a:path w="10424795" h="55880">
                  <a:moveTo>
                    <a:pt x="6997295" y="18796"/>
                  </a:moveTo>
                  <a:lnTo>
                    <a:pt x="6950021" y="19176"/>
                  </a:lnTo>
                  <a:lnTo>
                    <a:pt x="6574688" y="28194"/>
                  </a:lnTo>
                  <a:lnTo>
                    <a:pt x="6480821" y="29083"/>
                  </a:lnTo>
                  <a:lnTo>
                    <a:pt x="7402333" y="29083"/>
                  </a:lnTo>
                  <a:lnTo>
                    <a:pt x="7091108" y="19685"/>
                  </a:lnTo>
                  <a:lnTo>
                    <a:pt x="6997295" y="18796"/>
                  </a:lnTo>
                  <a:close/>
                </a:path>
                <a:path w="10424795" h="55880">
                  <a:moveTo>
                    <a:pt x="2669025" y="6603"/>
                  </a:moveTo>
                  <a:lnTo>
                    <a:pt x="2619091" y="7365"/>
                  </a:lnTo>
                  <a:lnTo>
                    <a:pt x="2568886" y="9525"/>
                  </a:lnTo>
                  <a:lnTo>
                    <a:pt x="2518416" y="13335"/>
                  </a:lnTo>
                  <a:lnTo>
                    <a:pt x="2417832" y="24637"/>
                  </a:lnTo>
                  <a:lnTo>
                    <a:pt x="2369742" y="27559"/>
                  </a:lnTo>
                  <a:lnTo>
                    <a:pt x="2322917" y="28448"/>
                  </a:lnTo>
                  <a:lnTo>
                    <a:pt x="2628245" y="28448"/>
                  </a:lnTo>
                  <a:lnTo>
                    <a:pt x="2668468" y="26797"/>
                  </a:lnTo>
                  <a:lnTo>
                    <a:pt x="2722340" y="25908"/>
                  </a:lnTo>
                  <a:lnTo>
                    <a:pt x="3240771" y="25908"/>
                  </a:lnTo>
                  <a:lnTo>
                    <a:pt x="3131739" y="21082"/>
                  </a:lnTo>
                  <a:lnTo>
                    <a:pt x="3092630" y="19812"/>
                  </a:lnTo>
                  <a:lnTo>
                    <a:pt x="3010711" y="18287"/>
                  </a:lnTo>
                  <a:lnTo>
                    <a:pt x="2962765" y="16763"/>
                  </a:lnTo>
                  <a:lnTo>
                    <a:pt x="2768069" y="8254"/>
                  </a:lnTo>
                  <a:lnTo>
                    <a:pt x="2718686" y="6985"/>
                  </a:lnTo>
                  <a:lnTo>
                    <a:pt x="2669025" y="6603"/>
                  </a:lnTo>
                  <a:close/>
                </a:path>
                <a:path w="10424795" h="55880">
                  <a:moveTo>
                    <a:pt x="854863" y="13970"/>
                  </a:moveTo>
                  <a:lnTo>
                    <a:pt x="821207" y="14477"/>
                  </a:lnTo>
                  <a:lnTo>
                    <a:pt x="734659" y="17018"/>
                  </a:lnTo>
                  <a:lnTo>
                    <a:pt x="530323" y="19812"/>
                  </a:lnTo>
                  <a:lnTo>
                    <a:pt x="199142" y="27050"/>
                  </a:lnTo>
                  <a:lnTo>
                    <a:pt x="152427" y="27177"/>
                  </a:lnTo>
                  <a:lnTo>
                    <a:pt x="1183392" y="27177"/>
                  </a:lnTo>
                  <a:lnTo>
                    <a:pt x="1117515" y="25653"/>
                  </a:lnTo>
                  <a:lnTo>
                    <a:pt x="1034146" y="22606"/>
                  </a:lnTo>
                  <a:lnTo>
                    <a:pt x="1000650" y="20954"/>
                  </a:lnTo>
                  <a:lnTo>
                    <a:pt x="926343" y="16001"/>
                  </a:lnTo>
                  <a:lnTo>
                    <a:pt x="888348" y="14350"/>
                  </a:lnTo>
                  <a:lnTo>
                    <a:pt x="854863" y="13970"/>
                  </a:lnTo>
                  <a:close/>
                </a:path>
                <a:path w="10424795" h="55880">
                  <a:moveTo>
                    <a:pt x="5866600" y="7112"/>
                  </a:moveTo>
                  <a:lnTo>
                    <a:pt x="5695993" y="8509"/>
                  </a:lnTo>
                  <a:lnTo>
                    <a:pt x="5482887" y="13715"/>
                  </a:lnTo>
                  <a:lnTo>
                    <a:pt x="5310919" y="20954"/>
                  </a:lnTo>
                  <a:lnTo>
                    <a:pt x="5265154" y="22225"/>
                  </a:lnTo>
                  <a:lnTo>
                    <a:pt x="5104778" y="23622"/>
                  </a:lnTo>
                  <a:lnTo>
                    <a:pt x="6310720" y="23622"/>
                  </a:lnTo>
                  <a:lnTo>
                    <a:pt x="6300042" y="22987"/>
                  </a:lnTo>
                  <a:lnTo>
                    <a:pt x="6217726" y="16128"/>
                  </a:lnTo>
                  <a:lnTo>
                    <a:pt x="6176157" y="13588"/>
                  </a:lnTo>
                  <a:lnTo>
                    <a:pt x="6130879" y="11429"/>
                  </a:lnTo>
                  <a:lnTo>
                    <a:pt x="6031222" y="8509"/>
                  </a:lnTo>
                  <a:lnTo>
                    <a:pt x="5866600" y="7112"/>
                  </a:lnTo>
                  <a:close/>
                </a:path>
                <a:path w="10424795" h="55880">
                  <a:moveTo>
                    <a:pt x="9635714" y="6223"/>
                  </a:moveTo>
                  <a:lnTo>
                    <a:pt x="9580279" y="6223"/>
                  </a:lnTo>
                  <a:lnTo>
                    <a:pt x="9523748" y="7238"/>
                  </a:lnTo>
                  <a:lnTo>
                    <a:pt x="9466743" y="9016"/>
                  </a:lnTo>
                  <a:lnTo>
                    <a:pt x="9196341" y="20193"/>
                  </a:lnTo>
                  <a:lnTo>
                    <a:pt x="9149536" y="21336"/>
                  </a:lnTo>
                  <a:lnTo>
                    <a:pt x="9106605" y="21844"/>
                  </a:lnTo>
                  <a:lnTo>
                    <a:pt x="9784552" y="21844"/>
                  </a:lnTo>
                  <a:lnTo>
                    <a:pt x="9786063" y="21716"/>
                  </a:lnTo>
                  <a:lnTo>
                    <a:pt x="9829894" y="18645"/>
                  </a:lnTo>
                  <a:lnTo>
                    <a:pt x="9789227" y="13462"/>
                  </a:lnTo>
                  <a:lnTo>
                    <a:pt x="9740809" y="9525"/>
                  </a:lnTo>
                  <a:lnTo>
                    <a:pt x="9689431" y="7238"/>
                  </a:lnTo>
                  <a:lnTo>
                    <a:pt x="9635714" y="6223"/>
                  </a:lnTo>
                  <a:close/>
                </a:path>
                <a:path w="10424795" h="55880">
                  <a:moveTo>
                    <a:pt x="4506997" y="18541"/>
                  </a:moveTo>
                  <a:lnTo>
                    <a:pt x="4474214" y="18669"/>
                  </a:lnTo>
                  <a:lnTo>
                    <a:pt x="4448248" y="19176"/>
                  </a:lnTo>
                  <a:lnTo>
                    <a:pt x="4614426" y="19176"/>
                  </a:lnTo>
                  <a:lnTo>
                    <a:pt x="4506997" y="18541"/>
                  </a:lnTo>
                  <a:close/>
                </a:path>
                <a:path w="10424795" h="55880">
                  <a:moveTo>
                    <a:pt x="8843953" y="12319"/>
                  </a:moveTo>
                  <a:lnTo>
                    <a:pt x="8736895" y="12953"/>
                  </a:lnTo>
                  <a:lnTo>
                    <a:pt x="8444176" y="19176"/>
                  </a:lnTo>
                  <a:lnTo>
                    <a:pt x="9034853" y="19176"/>
                  </a:lnTo>
                  <a:lnTo>
                    <a:pt x="8991980" y="16128"/>
                  </a:lnTo>
                  <a:lnTo>
                    <a:pt x="8945352" y="14097"/>
                  </a:lnTo>
                  <a:lnTo>
                    <a:pt x="8895750" y="12826"/>
                  </a:lnTo>
                  <a:lnTo>
                    <a:pt x="8843953" y="12319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022" y="1848770"/>
              <a:ext cx="10424795" cy="55244"/>
            </a:xfrm>
            <a:custGeom>
              <a:avLst/>
              <a:gdLst/>
              <a:ahLst/>
              <a:cxnLst/>
              <a:rect l="l" t="t" r="r" b="b"/>
              <a:pathLst>
                <a:path w="10424795" h="55244">
                  <a:moveTo>
                    <a:pt x="177" y="16605"/>
                  </a:moveTo>
                  <a:lnTo>
                    <a:pt x="41902" y="15841"/>
                  </a:lnTo>
                  <a:lnTo>
                    <a:pt x="83418" y="14895"/>
                  </a:lnTo>
                  <a:lnTo>
                    <a:pt x="124953" y="13818"/>
                  </a:lnTo>
                  <a:lnTo>
                    <a:pt x="166731" y="12661"/>
                  </a:lnTo>
                  <a:lnTo>
                    <a:pt x="208979" y="11475"/>
                  </a:lnTo>
                  <a:lnTo>
                    <a:pt x="251921" y="10311"/>
                  </a:lnTo>
                  <a:lnTo>
                    <a:pt x="295785" y="9220"/>
                  </a:lnTo>
                  <a:lnTo>
                    <a:pt x="340796" y="8253"/>
                  </a:lnTo>
                  <a:lnTo>
                    <a:pt x="387180" y="7461"/>
                  </a:lnTo>
                  <a:lnTo>
                    <a:pt x="435162" y="6894"/>
                  </a:lnTo>
                  <a:lnTo>
                    <a:pt x="484968" y="6604"/>
                  </a:lnTo>
                  <a:lnTo>
                    <a:pt x="536824" y="6642"/>
                  </a:lnTo>
                  <a:lnTo>
                    <a:pt x="590956" y="7059"/>
                  </a:lnTo>
                  <a:lnTo>
                    <a:pt x="647589" y="7905"/>
                  </a:lnTo>
                  <a:lnTo>
                    <a:pt x="706950" y="9232"/>
                  </a:lnTo>
                  <a:lnTo>
                    <a:pt x="769264" y="11090"/>
                  </a:lnTo>
                  <a:lnTo>
                    <a:pt x="834757" y="13531"/>
                  </a:lnTo>
                  <a:lnTo>
                    <a:pt x="903655" y="16605"/>
                  </a:lnTo>
                  <a:lnTo>
                    <a:pt x="976651" y="19893"/>
                  </a:lnTo>
                  <a:lnTo>
                    <a:pt x="1037580" y="22173"/>
                  </a:lnTo>
                  <a:lnTo>
                    <a:pt x="1087811" y="23566"/>
                  </a:lnTo>
                  <a:lnTo>
                    <a:pt x="1128711" y="24195"/>
                  </a:lnTo>
                  <a:lnTo>
                    <a:pt x="1161651" y="24181"/>
                  </a:lnTo>
                  <a:lnTo>
                    <a:pt x="1209124" y="22717"/>
                  </a:lnTo>
                  <a:lnTo>
                    <a:pt x="1254848" y="18759"/>
                  </a:lnTo>
                  <a:lnTo>
                    <a:pt x="1268768" y="17459"/>
                  </a:lnTo>
                  <a:lnTo>
                    <a:pt x="1284310" y="16373"/>
                  </a:lnTo>
                  <a:lnTo>
                    <a:pt x="1302842" y="15622"/>
                  </a:lnTo>
                  <a:lnTo>
                    <a:pt x="1325732" y="15328"/>
                  </a:lnTo>
                  <a:lnTo>
                    <a:pt x="1354351" y="15615"/>
                  </a:lnTo>
                  <a:lnTo>
                    <a:pt x="1390065" y="16605"/>
                  </a:lnTo>
                  <a:lnTo>
                    <a:pt x="1431089" y="17745"/>
                  </a:lnTo>
                  <a:lnTo>
                    <a:pt x="1474543" y="18443"/>
                  </a:lnTo>
                  <a:lnTo>
                    <a:pt x="1520162" y="18763"/>
                  </a:lnTo>
                  <a:lnTo>
                    <a:pt x="1567681" y="18766"/>
                  </a:lnTo>
                  <a:lnTo>
                    <a:pt x="1616833" y="18513"/>
                  </a:lnTo>
                  <a:lnTo>
                    <a:pt x="1667352" y="18067"/>
                  </a:lnTo>
                  <a:lnTo>
                    <a:pt x="1718973" y="17490"/>
                  </a:lnTo>
                  <a:lnTo>
                    <a:pt x="1771430" y="16843"/>
                  </a:lnTo>
                  <a:lnTo>
                    <a:pt x="1824457" y="16189"/>
                  </a:lnTo>
                  <a:lnTo>
                    <a:pt x="1877789" y="15589"/>
                  </a:lnTo>
                  <a:lnTo>
                    <a:pt x="1931158" y="15106"/>
                  </a:lnTo>
                  <a:lnTo>
                    <a:pt x="1984300" y="14801"/>
                  </a:lnTo>
                  <a:lnTo>
                    <a:pt x="2036949" y="14736"/>
                  </a:lnTo>
                  <a:lnTo>
                    <a:pt x="2088838" y="14974"/>
                  </a:lnTo>
                  <a:lnTo>
                    <a:pt x="2139703" y="15576"/>
                  </a:lnTo>
                  <a:lnTo>
                    <a:pt x="2189276" y="16605"/>
                  </a:lnTo>
                  <a:lnTo>
                    <a:pt x="2259834" y="17671"/>
                  </a:lnTo>
                  <a:lnTo>
                    <a:pt x="2317282" y="17166"/>
                  </a:lnTo>
                  <a:lnTo>
                    <a:pt x="2364710" y="15589"/>
                  </a:lnTo>
                  <a:lnTo>
                    <a:pt x="2405207" y="13441"/>
                  </a:lnTo>
                  <a:lnTo>
                    <a:pt x="2441863" y="11223"/>
                  </a:lnTo>
                  <a:lnTo>
                    <a:pt x="2477770" y="9436"/>
                  </a:lnTo>
                  <a:lnTo>
                    <a:pt x="2516015" y="8580"/>
                  </a:lnTo>
                  <a:lnTo>
                    <a:pt x="2559690" y="9155"/>
                  </a:lnTo>
                  <a:lnTo>
                    <a:pt x="2611883" y="11663"/>
                  </a:lnTo>
                  <a:lnTo>
                    <a:pt x="2675686" y="16605"/>
                  </a:lnTo>
                  <a:lnTo>
                    <a:pt x="2724428" y="20341"/>
                  </a:lnTo>
                  <a:lnTo>
                    <a:pt x="2770252" y="22656"/>
                  </a:lnTo>
                  <a:lnTo>
                    <a:pt x="2813922" y="23762"/>
                  </a:lnTo>
                  <a:lnTo>
                    <a:pt x="2856203" y="23869"/>
                  </a:lnTo>
                  <a:lnTo>
                    <a:pt x="2897857" y="23190"/>
                  </a:lnTo>
                  <a:lnTo>
                    <a:pt x="2939649" y="21936"/>
                  </a:lnTo>
                  <a:lnTo>
                    <a:pt x="2982344" y="20319"/>
                  </a:lnTo>
                  <a:lnTo>
                    <a:pt x="3026704" y="18551"/>
                  </a:lnTo>
                  <a:lnTo>
                    <a:pt x="3073494" y="16842"/>
                  </a:lnTo>
                  <a:lnTo>
                    <a:pt x="3123478" y="15405"/>
                  </a:lnTo>
                  <a:lnTo>
                    <a:pt x="3177420" y="14451"/>
                  </a:lnTo>
                  <a:lnTo>
                    <a:pt x="3236083" y="14192"/>
                  </a:lnTo>
                  <a:lnTo>
                    <a:pt x="3300232" y="14839"/>
                  </a:lnTo>
                  <a:lnTo>
                    <a:pt x="3370630" y="16605"/>
                  </a:lnTo>
                  <a:lnTo>
                    <a:pt x="3432991" y="18329"/>
                  </a:lnTo>
                  <a:lnTo>
                    <a:pt x="3491305" y="19376"/>
                  </a:lnTo>
                  <a:lnTo>
                    <a:pt x="3546084" y="19841"/>
                  </a:lnTo>
                  <a:lnTo>
                    <a:pt x="3597841" y="19819"/>
                  </a:lnTo>
                  <a:lnTo>
                    <a:pt x="3647089" y="19408"/>
                  </a:lnTo>
                  <a:lnTo>
                    <a:pt x="3694340" y="18703"/>
                  </a:lnTo>
                  <a:lnTo>
                    <a:pt x="3740108" y="17800"/>
                  </a:lnTo>
                  <a:lnTo>
                    <a:pt x="3784904" y="16795"/>
                  </a:lnTo>
                  <a:lnTo>
                    <a:pt x="3829242" y="15784"/>
                  </a:lnTo>
                  <a:lnTo>
                    <a:pt x="3873635" y="14863"/>
                  </a:lnTo>
                  <a:lnTo>
                    <a:pt x="3918594" y="14129"/>
                  </a:lnTo>
                  <a:lnTo>
                    <a:pt x="3964633" y="13676"/>
                  </a:lnTo>
                  <a:lnTo>
                    <a:pt x="4012265" y="13601"/>
                  </a:lnTo>
                  <a:lnTo>
                    <a:pt x="4062001" y="14000"/>
                  </a:lnTo>
                  <a:lnTo>
                    <a:pt x="4114356" y="14969"/>
                  </a:lnTo>
                  <a:lnTo>
                    <a:pt x="4169841" y="16605"/>
                  </a:lnTo>
                  <a:lnTo>
                    <a:pt x="4270574" y="20345"/>
                  </a:lnTo>
                  <a:lnTo>
                    <a:pt x="4346961" y="23427"/>
                  </a:lnTo>
                  <a:lnTo>
                    <a:pt x="4403609" y="25646"/>
                  </a:lnTo>
                  <a:lnTo>
                    <a:pt x="4445130" y="26796"/>
                  </a:lnTo>
                  <a:lnTo>
                    <a:pt x="4476131" y="26673"/>
                  </a:lnTo>
                  <a:lnTo>
                    <a:pt x="4501222" y="25070"/>
                  </a:lnTo>
                  <a:lnTo>
                    <a:pt x="4525012" y="21782"/>
                  </a:lnTo>
                  <a:lnTo>
                    <a:pt x="4552111" y="16605"/>
                  </a:lnTo>
                  <a:lnTo>
                    <a:pt x="4585648" y="12193"/>
                  </a:lnTo>
                  <a:lnTo>
                    <a:pt x="4625144" y="10765"/>
                  </a:lnTo>
                  <a:lnTo>
                    <a:pt x="4669653" y="11459"/>
                  </a:lnTo>
                  <a:lnTo>
                    <a:pt x="4718227" y="13414"/>
                  </a:lnTo>
                  <a:lnTo>
                    <a:pt x="4769921" y="15768"/>
                  </a:lnTo>
                  <a:lnTo>
                    <a:pt x="4823788" y="17658"/>
                  </a:lnTo>
                  <a:lnTo>
                    <a:pt x="4878881" y="18225"/>
                  </a:lnTo>
                  <a:lnTo>
                    <a:pt x="4934254" y="16605"/>
                  </a:lnTo>
                  <a:lnTo>
                    <a:pt x="4961923" y="15126"/>
                  </a:lnTo>
                  <a:lnTo>
                    <a:pt x="4995425" y="13410"/>
                  </a:lnTo>
                  <a:lnTo>
                    <a:pt x="5034163" y="11534"/>
                  </a:lnTo>
                  <a:lnTo>
                    <a:pt x="5077541" y="9573"/>
                  </a:lnTo>
                  <a:lnTo>
                    <a:pt x="5124961" y="7607"/>
                  </a:lnTo>
                  <a:lnTo>
                    <a:pt x="5175827" y="5711"/>
                  </a:lnTo>
                  <a:lnTo>
                    <a:pt x="5229542" y="3963"/>
                  </a:lnTo>
                  <a:lnTo>
                    <a:pt x="5285509" y="2441"/>
                  </a:lnTo>
                  <a:lnTo>
                    <a:pt x="5343131" y="1222"/>
                  </a:lnTo>
                  <a:lnTo>
                    <a:pt x="5401811" y="382"/>
                  </a:lnTo>
                  <a:lnTo>
                    <a:pt x="5460953" y="0"/>
                  </a:lnTo>
                  <a:lnTo>
                    <a:pt x="5519959" y="151"/>
                  </a:lnTo>
                  <a:lnTo>
                    <a:pt x="5578234" y="914"/>
                  </a:lnTo>
                  <a:lnTo>
                    <a:pt x="5635179" y="2366"/>
                  </a:lnTo>
                  <a:lnTo>
                    <a:pt x="5690198" y="4584"/>
                  </a:lnTo>
                  <a:lnTo>
                    <a:pt x="5742695" y="7645"/>
                  </a:lnTo>
                  <a:lnTo>
                    <a:pt x="5792072" y="11626"/>
                  </a:lnTo>
                  <a:lnTo>
                    <a:pt x="5837732" y="16605"/>
                  </a:lnTo>
                  <a:lnTo>
                    <a:pt x="5892981" y="22908"/>
                  </a:lnTo>
                  <a:lnTo>
                    <a:pt x="5946714" y="27748"/>
                  </a:lnTo>
                  <a:lnTo>
                    <a:pt x="5999094" y="31249"/>
                  </a:lnTo>
                  <a:lnTo>
                    <a:pt x="6050284" y="33533"/>
                  </a:lnTo>
                  <a:lnTo>
                    <a:pt x="6100447" y="34724"/>
                  </a:lnTo>
                  <a:lnTo>
                    <a:pt x="6149748" y="34946"/>
                  </a:lnTo>
                  <a:lnTo>
                    <a:pt x="6198349" y="34321"/>
                  </a:lnTo>
                  <a:lnTo>
                    <a:pt x="6246413" y="32973"/>
                  </a:lnTo>
                  <a:lnTo>
                    <a:pt x="6294104" y="31025"/>
                  </a:lnTo>
                  <a:lnTo>
                    <a:pt x="6341585" y="28601"/>
                  </a:lnTo>
                  <a:lnTo>
                    <a:pt x="6389020" y="25824"/>
                  </a:lnTo>
                  <a:lnTo>
                    <a:pt x="6436571" y="22816"/>
                  </a:lnTo>
                  <a:lnTo>
                    <a:pt x="6484402" y="19702"/>
                  </a:lnTo>
                  <a:lnTo>
                    <a:pt x="6532676" y="16605"/>
                  </a:lnTo>
                  <a:lnTo>
                    <a:pt x="6599266" y="13389"/>
                  </a:lnTo>
                  <a:lnTo>
                    <a:pt x="6650618" y="12727"/>
                  </a:lnTo>
                  <a:lnTo>
                    <a:pt x="6690678" y="13867"/>
                  </a:lnTo>
                  <a:lnTo>
                    <a:pt x="6723392" y="16061"/>
                  </a:lnTo>
                  <a:lnTo>
                    <a:pt x="6752702" y="18559"/>
                  </a:lnTo>
                  <a:lnTo>
                    <a:pt x="6782556" y="20612"/>
                  </a:lnTo>
                  <a:lnTo>
                    <a:pt x="6816897" y="21470"/>
                  </a:lnTo>
                  <a:lnTo>
                    <a:pt x="6859669" y="20384"/>
                  </a:lnTo>
                  <a:lnTo>
                    <a:pt x="6914819" y="16605"/>
                  </a:lnTo>
                  <a:lnTo>
                    <a:pt x="6956693" y="14088"/>
                  </a:lnTo>
                  <a:lnTo>
                    <a:pt x="7001427" y="13239"/>
                  </a:lnTo>
                  <a:lnTo>
                    <a:pt x="7048606" y="13736"/>
                  </a:lnTo>
                  <a:lnTo>
                    <a:pt x="7097813" y="15261"/>
                  </a:lnTo>
                  <a:lnTo>
                    <a:pt x="7148630" y="17492"/>
                  </a:lnTo>
                  <a:lnTo>
                    <a:pt x="7200643" y="20110"/>
                  </a:lnTo>
                  <a:lnTo>
                    <a:pt x="7253433" y="22796"/>
                  </a:lnTo>
                  <a:lnTo>
                    <a:pt x="7306585" y="25229"/>
                  </a:lnTo>
                  <a:lnTo>
                    <a:pt x="7359682" y="27089"/>
                  </a:lnTo>
                  <a:lnTo>
                    <a:pt x="7412308" y="28057"/>
                  </a:lnTo>
                  <a:lnTo>
                    <a:pt x="7464045" y="27812"/>
                  </a:lnTo>
                  <a:lnTo>
                    <a:pt x="7514478" y="26035"/>
                  </a:lnTo>
                  <a:lnTo>
                    <a:pt x="7563189" y="22406"/>
                  </a:lnTo>
                  <a:lnTo>
                    <a:pt x="7609763" y="16605"/>
                  </a:lnTo>
                  <a:lnTo>
                    <a:pt x="7646059" y="11720"/>
                  </a:lnTo>
                  <a:lnTo>
                    <a:pt x="7684297" y="7887"/>
                  </a:lnTo>
                  <a:lnTo>
                    <a:pt x="7724418" y="5016"/>
                  </a:lnTo>
                  <a:lnTo>
                    <a:pt x="7766367" y="3017"/>
                  </a:lnTo>
                  <a:lnTo>
                    <a:pt x="7810084" y="1802"/>
                  </a:lnTo>
                  <a:lnTo>
                    <a:pt x="7855513" y="1280"/>
                  </a:lnTo>
                  <a:lnTo>
                    <a:pt x="7902596" y="1363"/>
                  </a:lnTo>
                  <a:lnTo>
                    <a:pt x="7951276" y="1960"/>
                  </a:lnTo>
                  <a:lnTo>
                    <a:pt x="8001495" y="2984"/>
                  </a:lnTo>
                  <a:lnTo>
                    <a:pt x="8053195" y="4344"/>
                  </a:lnTo>
                  <a:lnTo>
                    <a:pt x="8106320" y="5950"/>
                  </a:lnTo>
                  <a:lnTo>
                    <a:pt x="8160812" y="7715"/>
                  </a:lnTo>
                  <a:lnTo>
                    <a:pt x="8216612" y="9547"/>
                  </a:lnTo>
                  <a:lnTo>
                    <a:pt x="8273665" y="11358"/>
                  </a:lnTo>
                  <a:lnTo>
                    <a:pt x="8331911" y="13059"/>
                  </a:lnTo>
                  <a:lnTo>
                    <a:pt x="8391294" y="14560"/>
                  </a:lnTo>
                  <a:lnTo>
                    <a:pt x="8451757" y="15772"/>
                  </a:lnTo>
                  <a:lnTo>
                    <a:pt x="8513241" y="16605"/>
                  </a:lnTo>
                  <a:lnTo>
                    <a:pt x="8598659" y="17441"/>
                  </a:lnTo>
                  <a:lnTo>
                    <a:pt x="8670404" y="18113"/>
                  </a:lnTo>
                  <a:lnTo>
                    <a:pt x="8730604" y="18623"/>
                  </a:lnTo>
                  <a:lnTo>
                    <a:pt x="8781385" y="18975"/>
                  </a:lnTo>
                  <a:lnTo>
                    <a:pt x="8824877" y="19174"/>
                  </a:lnTo>
                  <a:lnTo>
                    <a:pt x="8863206" y="19224"/>
                  </a:lnTo>
                  <a:lnTo>
                    <a:pt x="8898500" y="19128"/>
                  </a:lnTo>
                  <a:lnTo>
                    <a:pt x="8968495" y="18516"/>
                  </a:lnTo>
                  <a:lnTo>
                    <a:pt x="9007451" y="18007"/>
                  </a:lnTo>
                  <a:lnTo>
                    <a:pt x="9051883" y="17369"/>
                  </a:lnTo>
                  <a:lnTo>
                    <a:pt x="9103918" y="16605"/>
                  </a:lnTo>
                  <a:lnTo>
                    <a:pt x="9160213" y="15571"/>
                  </a:lnTo>
                  <a:lnTo>
                    <a:pt x="9215873" y="14223"/>
                  </a:lnTo>
                  <a:lnTo>
                    <a:pt x="9270703" y="12711"/>
                  </a:lnTo>
                  <a:lnTo>
                    <a:pt x="9324508" y="11186"/>
                  </a:lnTo>
                  <a:lnTo>
                    <a:pt x="9377092" y="9798"/>
                  </a:lnTo>
                  <a:lnTo>
                    <a:pt x="9428260" y="8699"/>
                  </a:lnTo>
                  <a:lnTo>
                    <a:pt x="9477817" y="8039"/>
                  </a:lnTo>
                  <a:lnTo>
                    <a:pt x="9525568" y="7969"/>
                  </a:lnTo>
                  <a:lnTo>
                    <a:pt x="9571316" y="8639"/>
                  </a:lnTo>
                  <a:lnTo>
                    <a:pt x="9614867" y="10202"/>
                  </a:lnTo>
                  <a:lnTo>
                    <a:pt x="9656025" y="12807"/>
                  </a:lnTo>
                  <a:lnTo>
                    <a:pt x="9694595" y="16605"/>
                  </a:lnTo>
                  <a:lnTo>
                    <a:pt x="9729039" y="19872"/>
                  </a:lnTo>
                  <a:lnTo>
                    <a:pt x="9768195" y="22136"/>
                  </a:lnTo>
                  <a:lnTo>
                    <a:pt x="9811565" y="23524"/>
                  </a:lnTo>
                  <a:lnTo>
                    <a:pt x="9858650" y="24158"/>
                  </a:lnTo>
                  <a:lnTo>
                    <a:pt x="9908954" y="24165"/>
                  </a:lnTo>
                  <a:lnTo>
                    <a:pt x="9961977" y="23669"/>
                  </a:lnTo>
                  <a:lnTo>
                    <a:pt x="10017223" y="22796"/>
                  </a:lnTo>
                  <a:lnTo>
                    <a:pt x="10074193" y="21670"/>
                  </a:lnTo>
                  <a:lnTo>
                    <a:pt x="10132389" y="20416"/>
                  </a:lnTo>
                  <a:lnTo>
                    <a:pt x="10191313" y="19159"/>
                  </a:lnTo>
                  <a:lnTo>
                    <a:pt x="10250468" y="18025"/>
                  </a:lnTo>
                  <a:lnTo>
                    <a:pt x="10309356" y="17138"/>
                  </a:lnTo>
                  <a:lnTo>
                    <a:pt x="10367478" y="16623"/>
                  </a:lnTo>
                  <a:lnTo>
                    <a:pt x="10424337" y="16605"/>
                  </a:lnTo>
                  <a:lnTo>
                    <a:pt x="10424718" y="24225"/>
                  </a:lnTo>
                  <a:lnTo>
                    <a:pt x="10423829" y="27908"/>
                  </a:lnTo>
                  <a:lnTo>
                    <a:pt x="10424337" y="34893"/>
                  </a:lnTo>
                  <a:lnTo>
                    <a:pt x="10374294" y="34945"/>
                  </a:lnTo>
                  <a:lnTo>
                    <a:pt x="10326459" y="34200"/>
                  </a:lnTo>
                  <a:lnTo>
                    <a:pt x="10280296" y="32854"/>
                  </a:lnTo>
                  <a:lnTo>
                    <a:pt x="10235268" y="31105"/>
                  </a:lnTo>
                  <a:lnTo>
                    <a:pt x="10190839" y="29151"/>
                  </a:lnTo>
                  <a:lnTo>
                    <a:pt x="10146472" y="27188"/>
                  </a:lnTo>
                  <a:lnTo>
                    <a:pt x="10101630" y="25415"/>
                  </a:lnTo>
                  <a:lnTo>
                    <a:pt x="10055778" y="24029"/>
                  </a:lnTo>
                  <a:lnTo>
                    <a:pt x="10008379" y="23227"/>
                  </a:lnTo>
                  <a:lnTo>
                    <a:pt x="9958895" y="23207"/>
                  </a:lnTo>
                  <a:lnTo>
                    <a:pt x="9906792" y="24166"/>
                  </a:lnTo>
                  <a:lnTo>
                    <a:pt x="9851531" y="26302"/>
                  </a:lnTo>
                  <a:lnTo>
                    <a:pt x="9792577" y="29812"/>
                  </a:lnTo>
                  <a:lnTo>
                    <a:pt x="9729393" y="34893"/>
                  </a:lnTo>
                  <a:lnTo>
                    <a:pt x="9674229" y="39653"/>
                  </a:lnTo>
                  <a:lnTo>
                    <a:pt x="9622877" y="43581"/>
                  </a:lnTo>
                  <a:lnTo>
                    <a:pt x="9574668" y="46719"/>
                  </a:lnTo>
                  <a:lnTo>
                    <a:pt x="9528936" y="49109"/>
                  </a:lnTo>
                  <a:lnTo>
                    <a:pt x="9485012" y="50793"/>
                  </a:lnTo>
                  <a:lnTo>
                    <a:pt x="9442228" y="51814"/>
                  </a:lnTo>
                  <a:lnTo>
                    <a:pt x="9399917" y="52215"/>
                  </a:lnTo>
                  <a:lnTo>
                    <a:pt x="9357410" y="52038"/>
                  </a:lnTo>
                  <a:lnTo>
                    <a:pt x="9314041" y="51324"/>
                  </a:lnTo>
                  <a:lnTo>
                    <a:pt x="9269140" y="50118"/>
                  </a:lnTo>
                  <a:lnTo>
                    <a:pt x="9222040" y="48460"/>
                  </a:lnTo>
                  <a:lnTo>
                    <a:pt x="9172074" y="46394"/>
                  </a:lnTo>
                  <a:lnTo>
                    <a:pt x="9118572" y="43962"/>
                  </a:lnTo>
                  <a:lnTo>
                    <a:pt x="9060869" y="41206"/>
                  </a:lnTo>
                  <a:lnTo>
                    <a:pt x="8998295" y="38169"/>
                  </a:lnTo>
                  <a:lnTo>
                    <a:pt x="8930182" y="34893"/>
                  </a:lnTo>
                  <a:lnTo>
                    <a:pt x="8862915" y="32101"/>
                  </a:lnTo>
                  <a:lnTo>
                    <a:pt x="8802652" y="30387"/>
                  </a:lnTo>
                  <a:lnTo>
                    <a:pt x="8748387" y="29600"/>
                  </a:lnTo>
                  <a:lnTo>
                    <a:pt x="8699114" y="29588"/>
                  </a:lnTo>
                  <a:lnTo>
                    <a:pt x="8653826" y="30201"/>
                  </a:lnTo>
                  <a:lnTo>
                    <a:pt x="8611517" y="31287"/>
                  </a:lnTo>
                  <a:lnTo>
                    <a:pt x="8571183" y="32695"/>
                  </a:lnTo>
                  <a:lnTo>
                    <a:pt x="8531815" y="34274"/>
                  </a:lnTo>
                  <a:lnTo>
                    <a:pt x="8492409" y="35871"/>
                  </a:lnTo>
                  <a:lnTo>
                    <a:pt x="8451958" y="37337"/>
                  </a:lnTo>
                  <a:lnTo>
                    <a:pt x="8409456" y="38520"/>
                  </a:lnTo>
                  <a:lnTo>
                    <a:pt x="8363897" y="39268"/>
                  </a:lnTo>
                  <a:lnTo>
                    <a:pt x="8314275" y="39431"/>
                  </a:lnTo>
                  <a:lnTo>
                    <a:pt x="8259585" y="38857"/>
                  </a:lnTo>
                  <a:lnTo>
                    <a:pt x="8198819" y="37394"/>
                  </a:lnTo>
                  <a:lnTo>
                    <a:pt x="8130971" y="34893"/>
                  </a:lnTo>
                  <a:lnTo>
                    <a:pt x="8056335" y="31886"/>
                  </a:lnTo>
                  <a:lnTo>
                    <a:pt x="7995146" y="29808"/>
                  </a:lnTo>
                  <a:lnTo>
                    <a:pt x="7945577" y="28542"/>
                  </a:lnTo>
                  <a:lnTo>
                    <a:pt x="7905800" y="27972"/>
                  </a:lnTo>
                  <a:lnTo>
                    <a:pt x="7873988" y="27982"/>
                  </a:lnTo>
                  <a:lnTo>
                    <a:pt x="7848314" y="28455"/>
                  </a:lnTo>
                  <a:lnTo>
                    <a:pt x="7826949" y="29273"/>
                  </a:lnTo>
                  <a:lnTo>
                    <a:pt x="7808067" y="30321"/>
                  </a:lnTo>
                  <a:lnTo>
                    <a:pt x="7789840" y="31481"/>
                  </a:lnTo>
                  <a:lnTo>
                    <a:pt x="7770439" y="32638"/>
                  </a:lnTo>
                  <a:lnTo>
                    <a:pt x="7748039" y="33674"/>
                  </a:lnTo>
                  <a:lnTo>
                    <a:pt x="7720811" y="34473"/>
                  </a:lnTo>
                  <a:lnTo>
                    <a:pt x="7686928" y="34918"/>
                  </a:lnTo>
                  <a:lnTo>
                    <a:pt x="7644561" y="34893"/>
                  </a:lnTo>
                  <a:lnTo>
                    <a:pt x="7605551" y="35012"/>
                  </a:lnTo>
                  <a:lnTo>
                    <a:pt x="7562330" y="35754"/>
                  </a:lnTo>
                  <a:lnTo>
                    <a:pt x="7515442" y="37001"/>
                  </a:lnTo>
                  <a:lnTo>
                    <a:pt x="7465429" y="38632"/>
                  </a:lnTo>
                  <a:lnTo>
                    <a:pt x="7412834" y="40528"/>
                  </a:lnTo>
                  <a:lnTo>
                    <a:pt x="7358200" y="42569"/>
                  </a:lnTo>
                  <a:lnTo>
                    <a:pt x="7302069" y="44636"/>
                  </a:lnTo>
                  <a:lnTo>
                    <a:pt x="7244984" y="46610"/>
                  </a:lnTo>
                  <a:lnTo>
                    <a:pt x="7187488" y="48371"/>
                  </a:lnTo>
                  <a:lnTo>
                    <a:pt x="7130124" y="49798"/>
                  </a:lnTo>
                  <a:lnTo>
                    <a:pt x="7073435" y="50773"/>
                  </a:lnTo>
                  <a:lnTo>
                    <a:pt x="7017962" y="51177"/>
                  </a:lnTo>
                  <a:lnTo>
                    <a:pt x="6964250" y="50889"/>
                  </a:lnTo>
                  <a:lnTo>
                    <a:pt x="6912840" y="49790"/>
                  </a:lnTo>
                  <a:lnTo>
                    <a:pt x="6864276" y="47760"/>
                  </a:lnTo>
                  <a:lnTo>
                    <a:pt x="6819100" y="44681"/>
                  </a:lnTo>
                  <a:lnTo>
                    <a:pt x="6777855" y="40431"/>
                  </a:lnTo>
                  <a:lnTo>
                    <a:pt x="6741083" y="34893"/>
                  </a:lnTo>
                  <a:lnTo>
                    <a:pt x="6696699" y="28209"/>
                  </a:lnTo>
                  <a:lnTo>
                    <a:pt x="6651783" y="23929"/>
                  </a:lnTo>
                  <a:lnTo>
                    <a:pt x="6606266" y="21710"/>
                  </a:lnTo>
                  <a:lnTo>
                    <a:pt x="6560078" y="21208"/>
                  </a:lnTo>
                  <a:lnTo>
                    <a:pt x="6513152" y="22078"/>
                  </a:lnTo>
                  <a:lnTo>
                    <a:pt x="6465417" y="23976"/>
                  </a:lnTo>
                  <a:lnTo>
                    <a:pt x="6416805" y="26558"/>
                  </a:lnTo>
                  <a:lnTo>
                    <a:pt x="6367246" y="29481"/>
                  </a:lnTo>
                  <a:lnTo>
                    <a:pt x="6316671" y="32400"/>
                  </a:lnTo>
                  <a:lnTo>
                    <a:pt x="6265011" y="34970"/>
                  </a:lnTo>
                  <a:lnTo>
                    <a:pt x="6212197" y="36849"/>
                  </a:lnTo>
                  <a:lnTo>
                    <a:pt x="6158160" y="37692"/>
                  </a:lnTo>
                  <a:lnTo>
                    <a:pt x="6102830" y="37154"/>
                  </a:lnTo>
                  <a:lnTo>
                    <a:pt x="6046139" y="34893"/>
                  </a:lnTo>
                  <a:lnTo>
                    <a:pt x="5957898" y="29861"/>
                  </a:lnTo>
                  <a:lnTo>
                    <a:pt x="5890775" y="26142"/>
                  </a:lnTo>
                  <a:lnTo>
                    <a:pt x="5839993" y="23798"/>
                  </a:lnTo>
                  <a:lnTo>
                    <a:pt x="5800775" y="22891"/>
                  </a:lnTo>
                  <a:lnTo>
                    <a:pt x="5768344" y="23485"/>
                  </a:lnTo>
                  <a:lnTo>
                    <a:pt x="5737922" y="25642"/>
                  </a:lnTo>
                  <a:lnTo>
                    <a:pt x="5704732" y="29423"/>
                  </a:lnTo>
                  <a:lnTo>
                    <a:pt x="5663996" y="34893"/>
                  </a:lnTo>
                  <a:lnTo>
                    <a:pt x="5634480" y="38115"/>
                  </a:lnTo>
                  <a:lnTo>
                    <a:pt x="5558627" y="42366"/>
                  </a:lnTo>
                  <a:lnTo>
                    <a:pt x="5513660" y="43524"/>
                  </a:lnTo>
                  <a:lnTo>
                    <a:pt x="5464913" y="44121"/>
                  </a:lnTo>
                  <a:lnTo>
                    <a:pt x="5413069" y="44223"/>
                  </a:lnTo>
                  <a:lnTo>
                    <a:pt x="5358815" y="43894"/>
                  </a:lnTo>
                  <a:lnTo>
                    <a:pt x="5302835" y="43197"/>
                  </a:lnTo>
                  <a:lnTo>
                    <a:pt x="5245813" y="42197"/>
                  </a:lnTo>
                  <a:lnTo>
                    <a:pt x="5188435" y="40958"/>
                  </a:lnTo>
                  <a:lnTo>
                    <a:pt x="5131385" y="39543"/>
                  </a:lnTo>
                  <a:lnTo>
                    <a:pt x="5075348" y="38018"/>
                  </a:lnTo>
                  <a:lnTo>
                    <a:pt x="5021009" y="36447"/>
                  </a:lnTo>
                  <a:lnTo>
                    <a:pt x="4969052" y="34893"/>
                  </a:lnTo>
                  <a:lnTo>
                    <a:pt x="4911358" y="33709"/>
                  </a:lnTo>
                  <a:lnTo>
                    <a:pt x="4856031" y="33552"/>
                  </a:lnTo>
                  <a:lnTo>
                    <a:pt x="4802821" y="34178"/>
                  </a:lnTo>
                  <a:lnTo>
                    <a:pt x="4751482" y="35344"/>
                  </a:lnTo>
                  <a:lnTo>
                    <a:pt x="4701767" y="36807"/>
                  </a:lnTo>
                  <a:lnTo>
                    <a:pt x="4653426" y="38322"/>
                  </a:lnTo>
                  <a:lnTo>
                    <a:pt x="4606212" y="39646"/>
                  </a:lnTo>
                  <a:lnTo>
                    <a:pt x="4559877" y="40537"/>
                  </a:lnTo>
                  <a:lnTo>
                    <a:pt x="4514174" y="40751"/>
                  </a:lnTo>
                  <a:lnTo>
                    <a:pt x="4468855" y="40043"/>
                  </a:lnTo>
                  <a:lnTo>
                    <a:pt x="4423671" y="38172"/>
                  </a:lnTo>
                  <a:lnTo>
                    <a:pt x="4378375" y="34893"/>
                  </a:lnTo>
                  <a:lnTo>
                    <a:pt x="4332459" y="31805"/>
                  </a:lnTo>
                  <a:lnTo>
                    <a:pt x="4285691" y="30439"/>
                  </a:lnTo>
                  <a:lnTo>
                    <a:pt x="4238145" y="30446"/>
                  </a:lnTo>
                  <a:lnTo>
                    <a:pt x="4189898" y="31478"/>
                  </a:lnTo>
                  <a:lnTo>
                    <a:pt x="4141022" y="33187"/>
                  </a:lnTo>
                  <a:lnTo>
                    <a:pt x="4091593" y="35226"/>
                  </a:lnTo>
                  <a:lnTo>
                    <a:pt x="4041686" y="37246"/>
                  </a:lnTo>
                  <a:lnTo>
                    <a:pt x="3991373" y="38900"/>
                  </a:lnTo>
                  <a:lnTo>
                    <a:pt x="3940731" y="39840"/>
                  </a:lnTo>
                  <a:lnTo>
                    <a:pt x="3889834" y="39717"/>
                  </a:lnTo>
                  <a:lnTo>
                    <a:pt x="3838756" y="38184"/>
                  </a:lnTo>
                  <a:lnTo>
                    <a:pt x="3787571" y="34893"/>
                  </a:lnTo>
                  <a:lnTo>
                    <a:pt x="3738521" y="30796"/>
                  </a:lnTo>
                  <a:lnTo>
                    <a:pt x="3693017" y="27140"/>
                  </a:lnTo>
                  <a:lnTo>
                    <a:pt x="3649987" y="24016"/>
                  </a:lnTo>
                  <a:lnTo>
                    <a:pt x="3608355" y="21515"/>
                  </a:lnTo>
                  <a:lnTo>
                    <a:pt x="3567051" y="19729"/>
                  </a:lnTo>
                  <a:lnTo>
                    <a:pt x="3524999" y="18748"/>
                  </a:lnTo>
                  <a:lnTo>
                    <a:pt x="3481127" y="18664"/>
                  </a:lnTo>
                  <a:lnTo>
                    <a:pt x="3434361" y="19568"/>
                  </a:lnTo>
                  <a:lnTo>
                    <a:pt x="3383628" y="21552"/>
                  </a:lnTo>
                  <a:lnTo>
                    <a:pt x="3327855" y="24706"/>
                  </a:lnTo>
                  <a:lnTo>
                    <a:pt x="3265968" y="29123"/>
                  </a:lnTo>
                  <a:lnTo>
                    <a:pt x="3196894" y="34893"/>
                  </a:lnTo>
                  <a:lnTo>
                    <a:pt x="3126276" y="40861"/>
                  </a:lnTo>
                  <a:lnTo>
                    <a:pt x="3060316" y="45802"/>
                  </a:lnTo>
                  <a:lnTo>
                    <a:pt x="2998784" y="49698"/>
                  </a:lnTo>
                  <a:lnTo>
                    <a:pt x="2941450" y="52532"/>
                  </a:lnTo>
                  <a:lnTo>
                    <a:pt x="2888083" y="54286"/>
                  </a:lnTo>
                  <a:lnTo>
                    <a:pt x="2838453" y="54943"/>
                  </a:lnTo>
                  <a:lnTo>
                    <a:pt x="2792328" y="54486"/>
                  </a:lnTo>
                  <a:lnTo>
                    <a:pt x="2749478" y="52898"/>
                  </a:lnTo>
                  <a:lnTo>
                    <a:pt x="2709673" y="50162"/>
                  </a:lnTo>
                  <a:lnTo>
                    <a:pt x="2638273" y="41177"/>
                  </a:lnTo>
                  <a:lnTo>
                    <a:pt x="2606217" y="34893"/>
                  </a:lnTo>
                  <a:lnTo>
                    <a:pt x="2578965" y="30090"/>
                  </a:lnTo>
                  <a:lnTo>
                    <a:pt x="2503089" y="22624"/>
                  </a:lnTo>
                  <a:lnTo>
                    <a:pt x="2456355" y="19927"/>
                  </a:lnTo>
                  <a:lnTo>
                    <a:pt x="2405020" y="17897"/>
                  </a:lnTo>
                  <a:lnTo>
                    <a:pt x="2350027" y="16520"/>
                  </a:lnTo>
                  <a:lnTo>
                    <a:pt x="2292323" y="15777"/>
                  </a:lnTo>
                  <a:lnTo>
                    <a:pt x="2232853" y="15652"/>
                  </a:lnTo>
                  <a:lnTo>
                    <a:pt x="2172563" y="16129"/>
                  </a:lnTo>
                  <a:lnTo>
                    <a:pt x="2112399" y="17190"/>
                  </a:lnTo>
                  <a:lnTo>
                    <a:pt x="2053306" y="18818"/>
                  </a:lnTo>
                  <a:lnTo>
                    <a:pt x="1996230" y="20998"/>
                  </a:lnTo>
                  <a:lnTo>
                    <a:pt x="1942117" y="23712"/>
                  </a:lnTo>
                  <a:lnTo>
                    <a:pt x="1891911" y="26944"/>
                  </a:lnTo>
                  <a:lnTo>
                    <a:pt x="1846559" y="30676"/>
                  </a:lnTo>
                  <a:lnTo>
                    <a:pt x="1807006" y="34893"/>
                  </a:lnTo>
                  <a:lnTo>
                    <a:pt x="1763896" y="38961"/>
                  </a:lnTo>
                  <a:lnTo>
                    <a:pt x="1717932" y="41191"/>
                  </a:lnTo>
                  <a:lnTo>
                    <a:pt x="1669577" y="41885"/>
                  </a:lnTo>
                  <a:lnTo>
                    <a:pt x="1619292" y="41346"/>
                  </a:lnTo>
                  <a:lnTo>
                    <a:pt x="1567541" y="39879"/>
                  </a:lnTo>
                  <a:lnTo>
                    <a:pt x="1514785" y="37785"/>
                  </a:lnTo>
                  <a:lnTo>
                    <a:pt x="1461487" y="35369"/>
                  </a:lnTo>
                  <a:lnTo>
                    <a:pt x="1408109" y="32933"/>
                  </a:lnTo>
                  <a:lnTo>
                    <a:pt x="1355114" y="30781"/>
                  </a:lnTo>
                  <a:lnTo>
                    <a:pt x="1302964" y="29217"/>
                  </a:lnTo>
                  <a:lnTo>
                    <a:pt x="1252122" y="28542"/>
                  </a:lnTo>
                  <a:lnTo>
                    <a:pt x="1203049" y="29061"/>
                  </a:lnTo>
                  <a:lnTo>
                    <a:pt x="1156208" y="31077"/>
                  </a:lnTo>
                  <a:lnTo>
                    <a:pt x="1112062" y="34893"/>
                  </a:lnTo>
                  <a:lnTo>
                    <a:pt x="1045141" y="40664"/>
                  </a:lnTo>
                  <a:lnTo>
                    <a:pt x="991148" y="42036"/>
                  </a:lnTo>
                  <a:lnTo>
                    <a:pt x="946356" y="40384"/>
                  </a:lnTo>
                  <a:lnTo>
                    <a:pt x="907037" y="37083"/>
                  </a:lnTo>
                  <a:lnTo>
                    <a:pt x="869461" y="33509"/>
                  </a:lnTo>
                  <a:lnTo>
                    <a:pt x="829902" y="31035"/>
                  </a:lnTo>
                  <a:lnTo>
                    <a:pt x="784631" y="31038"/>
                  </a:lnTo>
                  <a:lnTo>
                    <a:pt x="729919" y="34893"/>
                  </a:lnTo>
                  <a:lnTo>
                    <a:pt x="692249" y="38196"/>
                  </a:lnTo>
                  <a:lnTo>
                    <a:pt x="649165" y="40978"/>
                  </a:lnTo>
                  <a:lnTo>
                    <a:pt x="601466" y="43241"/>
                  </a:lnTo>
                  <a:lnTo>
                    <a:pt x="549949" y="44990"/>
                  </a:lnTo>
                  <a:lnTo>
                    <a:pt x="495410" y="46227"/>
                  </a:lnTo>
                  <a:lnTo>
                    <a:pt x="438648" y="46956"/>
                  </a:lnTo>
                  <a:lnTo>
                    <a:pt x="380460" y="47180"/>
                  </a:lnTo>
                  <a:lnTo>
                    <a:pt x="321642" y="46903"/>
                  </a:lnTo>
                  <a:lnTo>
                    <a:pt x="262993" y="46127"/>
                  </a:lnTo>
                  <a:lnTo>
                    <a:pt x="205309" y="44856"/>
                  </a:lnTo>
                  <a:lnTo>
                    <a:pt x="149389" y="43094"/>
                  </a:lnTo>
                  <a:lnTo>
                    <a:pt x="96028" y="40844"/>
                  </a:lnTo>
                  <a:lnTo>
                    <a:pt x="46025" y="38109"/>
                  </a:lnTo>
                  <a:lnTo>
                    <a:pt x="177" y="34893"/>
                  </a:lnTo>
                  <a:lnTo>
                    <a:pt x="101" y="28289"/>
                  </a:lnTo>
                  <a:lnTo>
                    <a:pt x="0" y="25622"/>
                  </a:lnTo>
                  <a:lnTo>
                    <a:pt x="177" y="16605"/>
                  </a:lnTo>
                  <a:close/>
                </a:path>
              </a:pathLst>
            </a:custGeom>
            <a:ln w="4267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30741" y="2605823"/>
            <a:ext cx="2727960" cy="1353820"/>
            <a:chOff x="837946" y="2596642"/>
            <a:chExt cx="2727960" cy="1353820"/>
          </a:xfrm>
        </p:grpSpPr>
        <p:sp>
          <p:nvSpPr>
            <p:cNvPr id="7" name="object 7"/>
            <p:cNvSpPr/>
            <p:nvPr/>
          </p:nvSpPr>
          <p:spPr>
            <a:xfrm>
              <a:off x="844296" y="2603004"/>
              <a:ext cx="2721610" cy="1341120"/>
            </a:xfrm>
            <a:custGeom>
              <a:avLst/>
              <a:gdLst/>
              <a:ahLst/>
              <a:cxnLst/>
              <a:rect l="l" t="t" r="r" b="b"/>
              <a:pathLst>
                <a:path w="2721610" h="1341120">
                  <a:moveTo>
                    <a:pt x="2721610" y="670547"/>
                  </a:moveTo>
                  <a:lnTo>
                    <a:pt x="2710713" y="664197"/>
                  </a:lnTo>
                  <a:lnTo>
                    <a:pt x="2632964" y="618858"/>
                  </a:lnTo>
                  <a:lnTo>
                    <a:pt x="2629154" y="619874"/>
                  </a:lnTo>
                  <a:lnTo>
                    <a:pt x="2625598" y="625970"/>
                  </a:lnTo>
                  <a:lnTo>
                    <a:pt x="2626614" y="629780"/>
                  </a:lnTo>
                  <a:lnTo>
                    <a:pt x="2685592" y="664197"/>
                  </a:lnTo>
                  <a:lnTo>
                    <a:pt x="2240280" y="664197"/>
                  </a:lnTo>
                  <a:lnTo>
                    <a:pt x="2240280" y="0"/>
                  </a:lnTo>
                  <a:lnTo>
                    <a:pt x="0" y="0"/>
                  </a:lnTo>
                  <a:lnTo>
                    <a:pt x="0" y="1341107"/>
                  </a:lnTo>
                  <a:lnTo>
                    <a:pt x="2240280" y="1341107"/>
                  </a:lnTo>
                  <a:lnTo>
                    <a:pt x="2240280" y="676897"/>
                  </a:lnTo>
                  <a:lnTo>
                    <a:pt x="2685592" y="676897"/>
                  </a:lnTo>
                  <a:lnTo>
                    <a:pt x="2626614" y="711314"/>
                  </a:lnTo>
                  <a:lnTo>
                    <a:pt x="2625598" y="715124"/>
                  </a:lnTo>
                  <a:lnTo>
                    <a:pt x="2629154" y="721220"/>
                  </a:lnTo>
                  <a:lnTo>
                    <a:pt x="2632964" y="722236"/>
                  </a:lnTo>
                  <a:lnTo>
                    <a:pt x="2710713" y="676897"/>
                  </a:lnTo>
                  <a:lnTo>
                    <a:pt x="2721610" y="67054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4296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80" h="1341120">
                  <a:moveTo>
                    <a:pt x="0" y="1341119"/>
                  </a:moveTo>
                  <a:lnTo>
                    <a:pt x="2240279" y="1341119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134111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4296" y="2602992"/>
            <a:ext cx="2240280" cy="134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263525" marR="254635" algn="ctr">
              <a:lnSpc>
                <a:spcPct val="90800"/>
              </a:lnSpc>
            </a:pPr>
            <a:r>
              <a:rPr sz="1200" spc="-5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create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single-user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workspace,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follow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steps </a:t>
            </a:r>
            <a:r>
              <a:rPr sz="1200" spc="-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below: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93338" y="2596642"/>
            <a:ext cx="2727960" cy="1353820"/>
            <a:chOff x="3593338" y="2596642"/>
            <a:chExt cx="2727960" cy="1353820"/>
          </a:xfrm>
        </p:grpSpPr>
        <p:sp>
          <p:nvSpPr>
            <p:cNvPr id="11" name="object 11"/>
            <p:cNvSpPr/>
            <p:nvPr/>
          </p:nvSpPr>
          <p:spPr>
            <a:xfrm>
              <a:off x="5836920" y="3221863"/>
              <a:ext cx="484505" cy="103505"/>
            </a:xfrm>
            <a:custGeom>
              <a:avLst/>
              <a:gdLst/>
              <a:ahLst/>
              <a:cxnLst/>
              <a:rect l="l" t="t" r="r" b="b"/>
              <a:pathLst>
                <a:path w="484504" h="103504">
                  <a:moveTo>
                    <a:pt x="459268" y="51688"/>
                  </a:moveTo>
                  <a:lnTo>
                    <a:pt x="389381" y="92456"/>
                  </a:lnTo>
                  <a:lnTo>
                    <a:pt x="388365" y="96265"/>
                  </a:lnTo>
                  <a:lnTo>
                    <a:pt x="391921" y="102362"/>
                  </a:lnTo>
                  <a:lnTo>
                    <a:pt x="395731" y="103377"/>
                  </a:lnTo>
                  <a:lnTo>
                    <a:pt x="473487" y="58038"/>
                  </a:lnTo>
                  <a:lnTo>
                    <a:pt x="471804" y="58038"/>
                  </a:lnTo>
                  <a:lnTo>
                    <a:pt x="471804" y="57150"/>
                  </a:lnTo>
                  <a:lnTo>
                    <a:pt x="468629" y="57150"/>
                  </a:lnTo>
                  <a:lnTo>
                    <a:pt x="459268" y="51688"/>
                  </a:lnTo>
                  <a:close/>
                </a:path>
                <a:path w="484504" h="103504">
                  <a:moveTo>
                    <a:pt x="44838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448382" y="58038"/>
                  </a:lnTo>
                  <a:lnTo>
                    <a:pt x="459268" y="51688"/>
                  </a:lnTo>
                  <a:lnTo>
                    <a:pt x="448382" y="45338"/>
                  </a:lnTo>
                  <a:close/>
                </a:path>
                <a:path w="484504" h="103504">
                  <a:moveTo>
                    <a:pt x="473487" y="45338"/>
                  </a:moveTo>
                  <a:lnTo>
                    <a:pt x="471804" y="45338"/>
                  </a:lnTo>
                  <a:lnTo>
                    <a:pt x="471804" y="58038"/>
                  </a:lnTo>
                  <a:lnTo>
                    <a:pt x="473487" y="58038"/>
                  </a:lnTo>
                  <a:lnTo>
                    <a:pt x="484377" y="51688"/>
                  </a:lnTo>
                  <a:lnTo>
                    <a:pt x="473487" y="45338"/>
                  </a:lnTo>
                  <a:close/>
                </a:path>
                <a:path w="484504" h="103504">
                  <a:moveTo>
                    <a:pt x="468629" y="46227"/>
                  </a:moveTo>
                  <a:lnTo>
                    <a:pt x="459268" y="51688"/>
                  </a:lnTo>
                  <a:lnTo>
                    <a:pt x="468629" y="57150"/>
                  </a:lnTo>
                  <a:lnTo>
                    <a:pt x="468629" y="46227"/>
                  </a:lnTo>
                  <a:close/>
                </a:path>
                <a:path w="484504" h="103504">
                  <a:moveTo>
                    <a:pt x="471804" y="46227"/>
                  </a:moveTo>
                  <a:lnTo>
                    <a:pt x="468629" y="46227"/>
                  </a:lnTo>
                  <a:lnTo>
                    <a:pt x="468629" y="57150"/>
                  </a:lnTo>
                  <a:lnTo>
                    <a:pt x="471804" y="57150"/>
                  </a:lnTo>
                  <a:lnTo>
                    <a:pt x="471804" y="46227"/>
                  </a:lnTo>
                  <a:close/>
                </a:path>
                <a:path w="484504" h="103504">
                  <a:moveTo>
                    <a:pt x="395731" y="0"/>
                  </a:moveTo>
                  <a:lnTo>
                    <a:pt x="391921" y="1015"/>
                  </a:lnTo>
                  <a:lnTo>
                    <a:pt x="388365" y="7112"/>
                  </a:lnTo>
                  <a:lnTo>
                    <a:pt x="389381" y="10922"/>
                  </a:lnTo>
                  <a:lnTo>
                    <a:pt x="459268" y="51688"/>
                  </a:lnTo>
                  <a:lnTo>
                    <a:pt x="468629" y="46227"/>
                  </a:lnTo>
                  <a:lnTo>
                    <a:pt x="471804" y="46227"/>
                  </a:lnTo>
                  <a:lnTo>
                    <a:pt x="471804" y="45338"/>
                  </a:lnTo>
                  <a:lnTo>
                    <a:pt x="473487" y="45338"/>
                  </a:lnTo>
                  <a:lnTo>
                    <a:pt x="395731" y="0"/>
                  </a:lnTo>
                  <a:close/>
                </a:path>
              </a:pathLst>
            </a:custGeom>
            <a:solidFill>
              <a:srgbClr val="DE7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99688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2240280" y="0"/>
                  </a:moveTo>
                  <a:lnTo>
                    <a:pt x="0" y="0"/>
                  </a:lnTo>
                  <a:lnTo>
                    <a:pt x="0" y="1341119"/>
                  </a:lnTo>
                  <a:lnTo>
                    <a:pt x="2240280" y="1341119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F7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9688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0" y="1341119"/>
                  </a:moveTo>
                  <a:lnTo>
                    <a:pt x="2240280" y="1341119"/>
                  </a:lnTo>
                  <a:lnTo>
                    <a:pt x="2240280" y="0"/>
                  </a:lnTo>
                  <a:lnTo>
                    <a:pt x="0" y="0"/>
                  </a:lnTo>
                  <a:lnTo>
                    <a:pt x="0" y="134111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99688" y="2602992"/>
            <a:ext cx="2240280" cy="134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L="268605" marR="157480" indent="-106680">
              <a:lnSpc>
                <a:spcPts val="1300"/>
              </a:lnSpc>
            </a:pP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On the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Tosca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Commander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start </a:t>
            </a:r>
            <a:r>
              <a:rPr sz="1200" spc="-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screen,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Project-&gt;New.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45682" y="2596642"/>
            <a:ext cx="2727960" cy="1353820"/>
            <a:chOff x="6345682" y="2596642"/>
            <a:chExt cx="2727960" cy="1353820"/>
          </a:xfrm>
        </p:grpSpPr>
        <p:sp>
          <p:nvSpPr>
            <p:cNvPr id="16" name="object 16"/>
            <p:cNvSpPr/>
            <p:nvPr/>
          </p:nvSpPr>
          <p:spPr>
            <a:xfrm>
              <a:off x="8589264" y="3221863"/>
              <a:ext cx="484505" cy="103505"/>
            </a:xfrm>
            <a:custGeom>
              <a:avLst/>
              <a:gdLst/>
              <a:ahLst/>
              <a:cxnLst/>
              <a:rect l="l" t="t" r="r" b="b"/>
              <a:pathLst>
                <a:path w="484504" h="103504">
                  <a:moveTo>
                    <a:pt x="459268" y="51688"/>
                  </a:moveTo>
                  <a:lnTo>
                    <a:pt x="389381" y="92456"/>
                  </a:lnTo>
                  <a:lnTo>
                    <a:pt x="388365" y="96265"/>
                  </a:lnTo>
                  <a:lnTo>
                    <a:pt x="391921" y="102362"/>
                  </a:lnTo>
                  <a:lnTo>
                    <a:pt x="395731" y="103377"/>
                  </a:lnTo>
                  <a:lnTo>
                    <a:pt x="473487" y="58038"/>
                  </a:lnTo>
                  <a:lnTo>
                    <a:pt x="471804" y="58038"/>
                  </a:lnTo>
                  <a:lnTo>
                    <a:pt x="471804" y="57150"/>
                  </a:lnTo>
                  <a:lnTo>
                    <a:pt x="468629" y="57150"/>
                  </a:lnTo>
                  <a:lnTo>
                    <a:pt x="459268" y="51688"/>
                  </a:lnTo>
                  <a:close/>
                </a:path>
                <a:path w="484504" h="103504">
                  <a:moveTo>
                    <a:pt x="44838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448382" y="58038"/>
                  </a:lnTo>
                  <a:lnTo>
                    <a:pt x="459268" y="51688"/>
                  </a:lnTo>
                  <a:lnTo>
                    <a:pt x="448382" y="45338"/>
                  </a:lnTo>
                  <a:close/>
                </a:path>
                <a:path w="484504" h="103504">
                  <a:moveTo>
                    <a:pt x="473487" y="45338"/>
                  </a:moveTo>
                  <a:lnTo>
                    <a:pt x="471804" y="45338"/>
                  </a:lnTo>
                  <a:lnTo>
                    <a:pt x="471804" y="58038"/>
                  </a:lnTo>
                  <a:lnTo>
                    <a:pt x="473487" y="58038"/>
                  </a:lnTo>
                  <a:lnTo>
                    <a:pt x="484377" y="51688"/>
                  </a:lnTo>
                  <a:lnTo>
                    <a:pt x="473487" y="45338"/>
                  </a:lnTo>
                  <a:close/>
                </a:path>
                <a:path w="484504" h="103504">
                  <a:moveTo>
                    <a:pt x="468629" y="46227"/>
                  </a:moveTo>
                  <a:lnTo>
                    <a:pt x="459268" y="51688"/>
                  </a:lnTo>
                  <a:lnTo>
                    <a:pt x="468629" y="57150"/>
                  </a:lnTo>
                  <a:lnTo>
                    <a:pt x="468629" y="46227"/>
                  </a:lnTo>
                  <a:close/>
                </a:path>
                <a:path w="484504" h="103504">
                  <a:moveTo>
                    <a:pt x="471804" y="46227"/>
                  </a:moveTo>
                  <a:lnTo>
                    <a:pt x="468629" y="46227"/>
                  </a:lnTo>
                  <a:lnTo>
                    <a:pt x="468629" y="57150"/>
                  </a:lnTo>
                  <a:lnTo>
                    <a:pt x="471804" y="57150"/>
                  </a:lnTo>
                  <a:lnTo>
                    <a:pt x="471804" y="46227"/>
                  </a:lnTo>
                  <a:close/>
                </a:path>
                <a:path w="484504" h="103504">
                  <a:moveTo>
                    <a:pt x="395731" y="0"/>
                  </a:moveTo>
                  <a:lnTo>
                    <a:pt x="391921" y="1015"/>
                  </a:lnTo>
                  <a:lnTo>
                    <a:pt x="388365" y="7112"/>
                  </a:lnTo>
                  <a:lnTo>
                    <a:pt x="389381" y="10922"/>
                  </a:lnTo>
                  <a:lnTo>
                    <a:pt x="459268" y="51688"/>
                  </a:lnTo>
                  <a:lnTo>
                    <a:pt x="468629" y="46227"/>
                  </a:lnTo>
                  <a:lnTo>
                    <a:pt x="471804" y="46227"/>
                  </a:lnTo>
                  <a:lnTo>
                    <a:pt x="471804" y="45338"/>
                  </a:lnTo>
                  <a:lnTo>
                    <a:pt x="473487" y="45338"/>
                  </a:lnTo>
                  <a:lnTo>
                    <a:pt x="395731" y="0"/>
                  </a:lnTo>
                  <a:close/>
                </a:path>
              </a:pathLst>
            </a:custGeom>
            <a:solidFill>
              <a:srgbClr val="D17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52032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2240280" y="0"/>
                  </a:moveTo>
                  <a:lnTo>
                    <a:pt x="0" y="0"/>
                  </a:lnTo>
                  <a:lnTo>
                    <a:pt x="0" y="1341119"/>
                  </a:lnTo>
                  <a:lnTo>
                    <a:pt x="2240280" y="1341119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47A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52032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0" y="1341119"/>
                  </a:moveTo>
                  <a:lnTo>
                    <a:pt x="2240280" y="1341119"/>
                  </a:lnTo>
                  <a:lnTo>
                    <a:pt x="2240280" y="0"/>
                  </a:lnTo>
                  <a:lnTo>
                    <a:pt x="0" y="0"/>
                  </a:lnTo>
                  <a:lnTo>
                    <a:pt x="0" y="134111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52032" y="2602992"/>
            <a:ext cx="2240280" cy="151374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133985" marR="121285" indent="-2540" algn="ctr">
              <a:lnSpc>
                <a:spcPct val="91400"/>
              </a:lnSpc>
            </a:pPr>
            <a:r>
              <a:rPr lang="en-US" sz="12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workspace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window, </a:t>
            </a:r>
            <a:r>
              <a:rPr lang="en-US" sz="1200" spc="-20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select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None </a:t>
            </a:r>
            <a:r>
              <a:rPr sz="1200" spc="-2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(creates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single user workspace</a:t>
            </a:r>
            <a:r>
              <a:rPr lang="en-US" sz="1200" spc="-5" dirty="0">
                <a:solidFill>
                  <a:srgbClr val="FFFFFF"/>
                </a:solidFill>
                <a:latin typeface="Calibri"/>
                <a:cs typeface="Calibri"/>
              </a:rPr>
              <a:t>)" and "select repo and connection string given by client (creates Multiple user workspace)" 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Select type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Repository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drop-down</a:t>
            </a:r>
            <a:r>
              <a:rPr sz="12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menu.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14270" y="2596642"/>
            <a:ext cx="9439910" cy="1831975"/>
            <a:chOff x="1914270" y="2596642"/>
            <a:chExt cx="9439910" cy="1831975"/>
          </a:xfrm>
        </p:grpSpPr>
        <p:sp>
          <p:nvSpPr>
            <p:cNvPr id="21" name="object 21"/>
            <p:cNvSpPr/>
            <p:nvPr/>
          </p:nvSpPr>
          <p:spPr>
            <a:xfrm>
              <a:off x="1914270" y="3944112"/>
              <a:ext cx="8320405" cy="484505"/>
            </a:xfrm>
            <a:custGeom>
              <a:avLst/>
              <a:gdLst/>
              <a:ahLst/>
              <a:cxnLst/>
              <a:rect l="l" t="t" r="r" b="b"/>
              <a:pathLst>
                <a:path w="8320405" h="484504">
                  <a:moveTo>
                    <a:pt x="7112" y="388365"/>
                  </a:moveTo>
                  <a:lnTo>
                    <a:pt x="1016" y="391921"/>
                  </a:lnTo>
                  <a:lnTo>
                    <a:pt x="0" y="395731"/>
                  </a:lnTo>
                  <a:lnTo>
                    <a:pt x="51689" y="484377"/>
                  </a:lnTo>
                  <a:lnTo>
                    <a:pt x="59020" y="471805"/>
                  </a:lnTo>
                  <a:lnTo>
                    <a:pt x="45339" y="471805"/>
                  </a:lnTo>
                  <a:lnTo>
                    <a:pt x="45339" y="448382"/>
                  </a:lnTo>
                  <a:lnTo>
                    <a:pt x="10922" y="389381"/>
                  </a:lnTo>
                  <a:lnTo>
                    <a:pt x="7112" y="388365"/>
                  </a:lnTo>
                  <a:close/>
                </a:path>
                <a:path w="8320405" h="484504">
                  <a:moveTo>
                    <a:pt x="45339" y="448382"/>
                  </a:moveTo>
                  <a:lnTo>
                    <a:pt x="45339" y="471805"/>
                  </a:lnTo>
                  <a:lnTo>
                    <a:pt x="58039" y="471805"/>
                  </a:lnTo>
                  <a:lnTo>
                    <a:pt x="58039" y="468630"/>
                  </a:lnTo>
                  <a:lnTo>
                    <a:pt x="46228" y="468630"/>
                  </a:lnTo>
                  <a:lnTo>
                    <a:pt x="51688" y="459268"/>
                  </a:lnTo>
                  <a:lnTo>
                    <a:pt x="45339" y="448382"/>
                  </a:lnTo>
                  <a:close/>
                </a:path>
                <a:path w="8320405" h="484504">
                  <a:moveTo>
                    <a:pt x="96266" y="388365"/>
                  </a:moveTo>
                  <a:lnTo>
                    <a:pt x="92456" y="389381"/>
                  </a:lnTo>
                  <a:lnTo>
                    <a:pt x="58039" y="448382"/>
                  </a:lnTo>
                  <a:lnTo>
                    <a:pt x="58039" y="471805"/>
                  </a:lnTo>
                  <a:lnTo>
                    <a:pt x="59020" y="471805"/>
                  </a:lnTo>
                  <a:lnTo>
                    <a:pt x="103378" y="395731"/>
                  </a:lnTo>
                  <a:lnTo>
                    <a:pt x="102362" y="391921"/>
                  </a:lnTo>
                  <a:lnTo>
                    <a:pt x="96266" y="388365"/>
                  </a:lnTo>
                  <a:close/>
                </a:path>
                <a:path w="8320405" h="484504">
                  <a:moveTo>
                    <a:pt x="51689" y="459268"/>
                  </a:moveTo>
                  <a:lnTo>
                    <a:pt x="46228" y="468630"/>
                  </a:lnTo>
                  <a:lnTo>
                    <a:pt x="57150" y="468630"/>
                  </a:lnTo>
                  <a:lnTo>
                    <a:pt x="51689" y="459268"/>
                  </a:lnTo>
                  <a:close/>
                </a:path>
                <a:path w="8320405" h="484504">
                  <a:moveTo>
                    <a:pt x="58039" y="448382"/>
                  </a:moveTo>
                  <a:lnTo>
                    <a:pt x="51689" y="459268"/>
                  </a:lnTo>
                  <a:lnTo>
                    <a:pt x="57150" y="468630"/>
                  </a:lnTo>
                  <a:lnTo>
                    <a:pt x="58039" y="468630"/>
                  </a:lnTo>
                  <a:lnTo>
                    <a:pt x="58039" y="448382"/>
                  </a:lnTo>
                  <a:close/>
                </a:path>
                <a:path w="8320405" h="484504">
                  <a:moveTo>
                    <a:pt x="8307451" y="252983"/>
                  </a:moveTo>
                  <a:lnTo>
                    <a:pt x="45339" y="252983"/>
                  </a:lnTo>
                  <a:lnTo>
                    <a:pt x="45339" y="448382"/>
                  </a:lnTo>
                  <a:lnTo>
                    <a:pt x="51689" y="459268"/>
                  </a:lnTo>
                  <a:lnTo>
                    <a:pt x="58038" y="448382"/>
                  </a:lnTo>
                  <a:lnTo>
                    <a:pt x="58039" y="265683"/>
                  </a:lnTo>
                  <a:lnTo>
                    <a:pt x="51689" y="265683"/>
                  </a:lnTo>
                  <a:lnTo>
                    <a:pt x="58039" y="259333"/>
                  </a:lnTo>
                  <a:lnTo>
                    <a:pt x="8307451" y="259333"/>
                  </a:lnTo>
                  <a:lnTo>
                    <a:pt x="8307451" y="252983"/>
                  </a:lnTo>
                  <a:close/>
                </a:path>
                <a:path w="8320405" h="484504">
                  <a:moveTo>
                    <a:pt x="58039" y="259333"/>
                  </a:moveTo>
                  <a:lnTo>
                    <a:pt x="51689" y="265683"/>
                  </a:lnTo>
                  <a:lnTo>
                    <a:pt x="58039" y="265683"/>
                  </a:lnTo>
                  <a:lnTo>
                    <a:pt x="58039" y="259333"/>
                  </a:lnTo>
                  <a:close/>
                </a:path>
                <a:path w="8320405" h="484504">
                  <a:moveTo>
                    <a:pt x="8320151" y="252983"/>
                  </a:moveTo>
                  <a:lnTo>
                    <a:pt x="8313801" y="252983"/>
                  </a:lnTo>
                  <a:lnTo>
                    <a:pt x="8307451" y="259333"/>
                  </a:lnTo>
                  <a:lnTo>
                    <a:pt x="58039" y="259333"/>
                  </a:lnTo>
                  <a:lnTo>
                    <a:pt x="58039" y="265683"/>
                  </a:lnTo>
                  <a:lnTo>
                    <a:pt x="8320151" y="265683"/>
                  </a:lnTo>
                  <a:lnTo>
                    <a:pt x="8320151" y="252983"/>
                  </a:lnTo>
                  <a:close/>
                </a:path>
                <a:path w="8320405" h="484504">
                  <a:moveTo>
                    <a:pt x="8320151" y="0"/>
                  </a:moveTo>
                  <a:lnTo>
                    <a:pt x="8307451" y="0"/>
                  </a:lnTo>
                  <a:lnTo>
                    <a:pt x="8307451" y="259333"/>
                  </a:lnTo>
                  <a:lnTo>
                    <a:pt x="8313801" y="252983"/>
                  </a:lnTo>
                  <a:lnTo>
                    <a:pt x="8320151" y="252983"/>
                  </a:lnTo>
                  <a:lnTo>
                    <a:pt x="8320151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07424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2240279" y="0"/>
                  </a:moveTo>
                  <a:lnTo>
                    <a:pt x="0" y="0"/>
                  </a:lnTo>
                  <a:lnTo>
                    <a:pt x="0" y="1341119"/>
                  </a:lnTo>
                  <a:lnTo>
                    <a:pt x="2240279" y="1341119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C97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07424" y="2602992"/>
              <a:ext cx="2240280" cy="1341120"/>
            </a:xfrm>
            <a:custGeom>
              <a:avLst/>
              <a:gdLst/>
              <a:ahLst/>
              <a:cxnLst/>
              <a:rect l="l" t="t" r="r" b="b"/>
              <a:pathLst>
                <a:path w="2240279" h="1341120">
                  <a:moveTo>
                    <a:pt x="0" y="1341119"/>
                  </a:moveTo>
                  <a:lnTo>
                    <a:pt x="2240279" y="1341119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134111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07423" y="2602992"/>
            <a:ext cx="2240280" cy="134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algn="ctr">
              <a:lnSpc>
                <a:spcPts val="1190"/>
              </a:lnSpc>
            </a:pP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2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installation,</a:t>
            </a:r>
            <a:endParaRPr sz="1200">
              <a:latin typeface="Calibri"/>
              <a:cs typeface="Calibri"/>
            </a:endParaRPr>
          </a:p>
          <a:p>
            <a:pPr marL="142240" marR="130810" indent="-3810" algn="ctr">
              <a:lnSpc>
                <a:spcPct val="91700"/>
              </a:lnSpc>
              <a:spcBef>
                <a:spcPts val="45"/>
              </a:spcBef>
            </a:pP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Tricentis</a:t>
            </a:r>
            <a:r>
              <a:rPr sz="12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>
                <a:solidFill>
                  <a:srgbClr val="FFFFFF"/>
                </a:solidFill>
                <a:latin typeface="Calibri"/>
                <a:cs typeface="Calibri"/>
              </a:rPr>
              <a:t>Tosca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workspaces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default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directory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C:\Tosca_Projects\Tosca_Works </a:t>
            </a:r>
            <a:r>
              <a:rPr sz="1200" spc="-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paces. </a:t>
            </a:r>
            <a:r>
              <a:rPr sz="1200" spc="-4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specify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r>
              <a:rPr sz="12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Create </a:t>
            </a:r>
            <a:r>
              <a:rPr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new workspace</a:t>
            </a:r>
            <a:r>
              <a:rPr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field.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37946" y="4452873"/>
            <a:ext cx="2727960" cy="1356995"/>
            <a:chOff x="837946" y="4452873"/>
            <a:chExt cx="2727960" cy="1356995"/>
          </a:xfrm>
        </p:grpSpPr>
        <p:sp>
          <p:nvSpPr>
            <p:cNvPr id="26" name="object 26"/>
            <p:cNvSpPr/>
            <p:nvPr/>
          </p:nvSpPr>
          <p:spPr>
            <a:xfrm>
              <a:off x="3081528" y="5081142"/>
              <a:ext cx="484505" cy="103505"/>
            </a:xfrm>
            <a:custGeom>
              <a:avLst/>
              <a:gdLst/>
              <a:ahLst/>
              <a:cxnLst/>
              <a:rect l="l" t="t" r="r" b="b"/>
              <a:pathLst>
                <a:path w="484504" h="103504">
                  <a:moveTo>
                    <a:pt x="459268" y="51688"/>
                  </a:moveTo>
                  <a:lnTo>
                    <a:pt x="389382" y="92455"/>
                  </a:lnTo>
                  <a:lnTo>
                    <a:pt x="388366" y="96265"/>
                  </a:lnTo>
                  <a:lnTo>
                    <a:pt x="391922" y="102361"/>
                  </a:lnTo>
                  <a:lnTo>
                    <a:pt x="395732" y="103377"/>
                  </a:lnTo>
                  <a:lnTo>
                    <a:pt x="473487" y="58038"/>
                  </a:lnTo>
                  <a:lnTo>
                    <a:pt x="471805" y="58038"/>
                  </a:lnTo>
                  <a:lnTo>
                    <a:pt x="471805" y="57149"/>
                  </a:lnTo>
                  <a:lnTo>
                    <a:pt x="468630" y="57149"/>
                  </a:lnTo>
                  <a:lnTo>
                    <a:pt x="459268" y="51688"/>
                  </a:lnTo>
                  <a:close/>
                </a:path>
                <a:path w="484504" h="103504">
                  <a:moveTo>
                    <a:pt x="44838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448382" y="58038"/>
                  </a:lnTo>
                  <a:lnTo>
                    <a:pt x="459268" y="51688"/>
                  </a:lnTo>
                  <a:lnTo>
                    <a:pt x="448382" y="45338"/>
                  </a:lnTo>
                  <a:close/>
                </a:path>
                <a:path w="484504" h="103504">
                  <a:moveTo>
                    <a:pt x="473487" y="45338"/>
                  </a:moveTo>
                  <a:lnTo>
                    <a:pt x="471805" y="45338"/>
                  </a:lnTo>
                  <a:lnTo>
                    <a:pt x="471805" y="58038"/>
                  </a:lnTo>
                  <a:lnTo>
                    <a:pt x="473487" y="58038"/>
                  </a:lnTo>
                  <a:lnTo>
                    <a:pt x="484377" y="51688"/>
                  </a:lnTo>
                  <a:lnTo>
                    <a:pt x="473487" y="45338"/>
                  </a:lnTo>
                  <a:close/>
                </a:path>
                <a:path w="484504" h="103504">
                  <a:moveTo>
                    <a:pt x="468630" y="46227"/>
                  </a:moveTo>
                  <a:lnTo>
                    <a:pt x="459268" y="51688"/>
                  </a:lnTo>
                  <a:lnTo>
                    <a:pt x="468630" y="57149"/>
                  </a:lnTo>
                  <a:lnTo>
                    <a:pt x="468630" y="46227"/>
                  </a:lnTo>
                  <a:close/>
                </a:path>
                <a:path w="484504" h="103504">
                  <a:moveTo>
                    <a:pt x="471805" y="46227"/>
                  </a:moveTo>
                  <a:lnTo>
                    <a:pt x="468630" y="46227"/>
                  </a:lnTo>
                  <a:lnTo>
                    <a:pt x="468630" y="57149"/>
                  </a:lnTo>
                  <a:lnTo>
                    <a:pt x="471805" y="57149"/>
                  </a:lnTo>
                  <a:lnTo>
                    <a:pt x="471805" y="46227"/>
                  </a:lnTo>
                  <a:close/>
                </a:path>
                <a:path w="484504" h="103504">
                  <a:moveTo>
                    <a:pt x="395732" y="0"/>
                  </a:moveTo>
                  <a:lnTo>
                    <a:pt x="391922" y="1015"/>
                  </a:lnTo>
                  <a:lnTo>
                    <a:pt x="388366" y="7111"/>
                  </a:lnTo>
                  <a:lnTo>
                    <a:pt x="389382" y="10921"/>
                  </a:lnTo>
                  <a:lnTo>
                    <a:pt x="459268" y="51688"/>
                  </a:lnTo>
                  <a:lnTo>
                    <a:pt x="468630" y="46227"/>
                  </a:lnTo>
                  <a:lnTo>
                    <a:pt x="471805" y="46227"/>
                  </a:lnTo>
                  <a:lnTo>
                    <a:pt x="471805" y="45338"/>
                  </a:lnTo>
                  <a:lnTo>
                    <a:pt x="473487" y="45338"/>
                  </a:lnTo>
                  <a:lnTo>
                    <a:pt x="395732" y="0"/>
                  </a:lnTo>
                  <a:close/>
                </a:path>
              </a:pathLst>
            </a:custGeom>
            <a:solidFill>
              <a:srgbClr val="B889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4296" y="4459223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80" h="1344295">
                  <a:moveTo>
                    <a:pt x="2240279" y="0"/>
                  </a:moveTo>
                  <a:lnTo>
                    <a:pt x="0" y="0"/>
                  </a:lnTo>
                  <a:lnTo>
                    <a:pt x="0" y="1344167"/>
                  </a:lnTo>
                  <a:lnTo>
                    <a:pt x="2240279" y="1344167"/>
                  </a:lnTo>
                  <a:lnTo>
                    <a:pt x="2240279" y="0"/>
                  </a:lnTo>
                  <a:close/>
                </a:path>
              </a:pathLst>
            </a:custGeom>
            <a:solidFill>
              <a:srgbClr val="BE84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4296" y="4459223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80" h="1344295">
                  <a:moveTo>
                    <a:pt x="0" y="1344167"/>
                  </a:moveTo>
                  <a:lnTo>
                    <a:pt x="2240279" y="1344167"/>
                  </a:lnTo>
                  <a:lnTo>
                    <a:pt x="2240279" y="0"/>
                  </a:lnTo>
                  <a:lnTo>
                    <a:pt x="0" y="0"/>
                  </a:lnTo>
                  <a:lnTo>
                    <a:pt x="0" y="134416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4296" y="4459223"/>
            <a:ext cx="2240280" cy="134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35255" marR="126364" indent="1905" algn="ctr">
              <a:lnSpc>
                <a:spcPct val="90800"/>
              </a:lnSpc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12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for</a:t>
            </a:r>
            <a:r>
              <a:rPr sz="12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your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workspace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into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 Select name </a:t>
            </a:r>
            <a:r>
              <a:rPr sz="1200" spc="-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new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workspace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field.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93338" y="4452873"/>
            <a:ext cx="2727960" cy="1356995"/>
            <a:chOff x="3593338" y="4452873"/>
            <a:chExt cx="2727960" cy="1356995"/>
          </a:xfrm>
        </p:grpSpPr>
        <p:sp>
          <p:nvSpPr>
            <p:cNvPr id="31" name="object 31"/>
            <p:cNvSpPr/>
            <p:nvPr/>
          </p:nvSpPr>
          <p:spPr>
            <a:xfrm>
              <a:off x="5836920" y="5081142"/>
              <a:ext cx="484505" cy="103505"/>
            </a:xfrm>
            <a:custGeom>
              <a:avLst/>
              <a:gdLst/>
              <a:ahLst/>
              <a:cxnLst/>
              <a:rect l="l" t="t" r="r" b="b"/>
              <a:pathLst>
                <a:path w="484504" h="103504">
                  <a:moveTo>
                    <a:pt x="459268" y="51688"/>
                  </a:moveTo>
                  <a:lnTo>
                    <a:pt x="389381" y="92455"/>
                  </a:lnTo>
                  <a:lnTo>
                    <a:pt x="388365" y="96265"/>
                  </a:lnTo>
                  <a:lnTo>
                    <a:pt x="391921" y="102361"/>
                  </a:lnTo>
                  <a:lnTo>
                    <a:pt x="395731" y="103377"/>
                  </a:lnTo>
                  <a:lnTo>
                    <a:pt x="473487" y="58038"/>
                  </a:lnTo>
                  <a:lnTo>
                    <a:pt x="471804" y="58038"/>
                  </a:lnTo>
                  <a:lnTo>
                    <a:pt x="471804" y="57149"/>
                  </a:lnTo>
                  <a:lnTo>
                    <a:pt x="468629" y="57149"/>
                  </a:lnTo>
                  <a:lnTo>
                    <a:pt x="459268" y="51688"/>
                  </a:lnTo>
                  <a:close/>
                </a:path>
                <a:path w="484504" h="103504">
                  <a:moveTo>
                    <a:pt x="44838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448382" y="58038"/>
                  </a:lnTo>
                  <a:lnTo>
                    <a:pt x="459268" y="51688"/>
                  </a:lnTo>
                  <a:lnTo>
                    <a:pt x="448382" y="45338"/>
                  </a:lnTo>
                  <a:close/>
                </a:path>
                <a:path w="484504" h="103504">
                  <a:moveTo>
                    <a:pt x="473487" y="45338"/>
                  </a:moveTo>
                  <a:lnTo>
                    <a:pt x="471804" y="45338"/>
                  </a:lnTo>
                  <a:lnTo>
                    <a:pt x="471804" y="58038"/>
                  </a:lnTo>
                  <a:lnTo>
                    <a:pt x="473487" y="58038"/>
                  </a:lnTo>
                  <a:lnTo>
                    <a:pt x="484377" y="51688"/>
                  </a:lnTo>
                  <a:lnTo>
                    <a:pt x="473487" y="45338"/>
                  </a:lnTo>
                  <a:close/>
                </a:path>
                <a:path w="484504" h="103504">
                  <a:moveTo>
                    <a:pt x="468629" y="46227"/>
                  </a:moveTo>
                  <a:lnTo>
                    <a:pt x="459268" y="51688"/>
                  </a:lnTo>
                  <a:lnTo>
                    <a:pt x="468629" y="57149"/>
                  </a:lnTo>
                  <a:lnTo>
                    <a:pt x="468629" y="46227"/>
                  </a:lnTo>
                  <a:close/>
                </a:path>
                <a:path w="484504" h="103504">
                  <a:moveTo>
                    <a:pt x="471804" y="46227"/>
                  </a:moveTo>
                  <a:lnTo>
                    <a:pt x="468629" y="46227"/>
                  </a:lnTo>
                  <a:lnTo>
                    <a:pt x="468629" y="57149"/>
                  </a:lnTo>
                  <a:lnTo>
                    <a:pt x="471804" y="57149"/>
                  </a:lnTo>
                  <a:lnTo>
                    <a:pt x="471804" y="46227"/>
                  </a:lnTo>
                  <a:close/>
                </a:path>
                <a:path w="484504" h="103504">
                  <a:moveTo>
                    <a:pt x="395731" y="0"/>
                  </a:moveTo>
                  <a:lnTo>
                    <a:pt x="391921" y="1015"/>
                  </a:lnTo>
                  <a:lnTo>
                    <a:pt x="388365" y="7111"/>
                  </a:lnTo>
                  <a:lnTo>
                    <a:pt x="389381" y="10921"/>
                  </a:lnTo>
                  <a:lnTo>
                    <a:pt x="459268" y="51688"/>
                  </a:lnTo>
                  <a:lnTo>
                    <a:pt x="468629" y="46227"/>
                  </a:lnTo>
                  <a:lnTo>
                    <a:pt x="471804" y="46227"/>
                  </a:lnTo>
                  <a:lnTo>
                    <a:pt x="471804" y="45338"/>
                  </a:lnTo>
                  <a:lnTo>
                    <a:pt x="473487" y="45338"/>
                  </a:lnTo>
                  <a:lnTo>
                    <a:pt x="395731" y="0"/>
                  </a:lnTo>
                  <a:close/>
                </a:path>
              </a:pathLst>
            </a:custGeom>
            <a:solidFill>
              <a:srgbClr val="AD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99688" y="4459223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79" h="1344295">
                  <a:moveTo>
                    <a:pt x="2240280" y="0"/>
                  </a:moveTo>
                  <a:lnTo>
                    <a:pt x="0" y="0"/>
                  </a:lnTo>
                  <a:lnTo>
                    <a:pt x="0" y="1344167"/>
                  </a:lnTo>
                  <a:lnTo>
                    <a:pt x="2240280" y="1344167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B68D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99688" y="4459223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79" h="1344295">
                  <a:moveTo>
                    <a:pt x="0" y="1344167"/>
                  </a:moveTo>
                  <a:lnTo>
                    <a:pt x="2240280" y="1344167"/>
                  </a:lnTo>
                  <a:lnTo>
                    <a:pt x="2240280" y="0"/>
                  </a:lnTo>
                  <a:lnTo>
                    <a:pt x="0" y="0"/>
                  </a:lnTo>
                  <a:lnTo>
                    <a:pt x="0" y="134416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599688" y="4459223"/>
            <a:ext cx="2240280" cy="134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Times New Roman"/>
              <a:cs typeface="Times New Roman"/>
            </a:endParaRPr>
          </a:p>
          <a:p>
            <a:pPr marL="140335" marR="134620" indent="1270" algn="ctr">
              <a:lnSpc>
                <a:spcPct val="91200"/>
              </a:lnSpc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If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you create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new workspace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repository,</a:t>
            </a:r>
            <a:r>
              <a:rPr sz="12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option </a:t>
            </a:r>
            <a:r>
              <a:rPr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workspace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template is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available.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45935" y="4453128"/>
            <a:ext cx="2727960" cy="1356360"/>
            <a:chOff x="6345935" y="4453128"/>
            <a:chExt cx="2727960" cy="1356360"/>
          </a:xfrm>
        </p:grpSpPr>
        <p:sp>
          <p:nvSpPr>
            <p:cNvPr id="36" name="object 36"/>
            <p:cNvSpPr/>
            <p:nvPr/>
          </p:nvSpPr>
          <p:spPr>
            <a:xfrm>
              <a:off x="8589263" y="5081143"/>
              <a:ext cx="484505" cy="103505"/>
            </a:xfrm>
            <a:custGeom>
              <a:avLst/>
              <a:gdLst/>
              <a:ahLst/>
              <a:cxnLst/>
              <a:rect l="l" t="t" r="r" b="b"/>
              <a:pathLst>
                <a:path w="484504" h="103504">
                  <a:moveTo>
                    <a:pt x="459268" y="51688"/>
                  </a:moveTo>
                  <a:lnTo>
                    <a:pt x="389381" y="92455"/>
                  </a:lnTo>
                  <a:lnTo>
                    <a:pt x="388365" y="96265"/>
                  </a:lnTo>
                  <a:lnTo>
                    <a:pt x="391921" y="102361"/>
                  </a:lnTo>
                  <a:lnTo>
                    <a:pt x="395731" y="103377"/>
                  </a:lnTo>
                  <a:lnTo>
                    <a:pt x="473487" y="58038"/>
                  </a:lnTo>
                  <a:lnTo>
                    <a:pt x="471804" y="58038"/>
                  </a:lnTo>
                  <a:lnTo>
                    <a:pt x="471804" y="57149"/>
                  </a:lnTo>
                  <a:lnTo>
                    <a:pt x="468629" y="57149"/>
                  </a:lnTo>
                  <a:lnTo>
                    <a:pt x="459268" y="51688"/>
                  </a:lnTo>
                  <a:close/>
                </a:path>
                <a:path w="484504" h="103504">
                  <a:moveTo>
                    <a:pt x="44838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448382" y="58038"/>
                  </a:lnTo>
                  <a:lnTo>
                    <a:pt x="459268" y="51688"/>
                  </a:lnTo>
                  <a:lnTo>
                    <a:pt x="448382" y="45338"/>
                  </a:lnTo>
                  <a:close/>
                </a:path>
                <a:path w="484504" h="103504">
                  <a:moveTo>
                    <a:pt x="473487" y="45338"/>
                  </a:moveTo>
                  <a:lnTo>
                    <a:pt x="471804" y="45338"/>
                  </a:lnTo>
                  <a:lnTo>
                    <a:pt x="471804" y="58038"/>
                  </a:lnTo>
                  <a:lnTo>
                    <a:pt x="473487" y="58038"/>
                  </a:lnTo>
                  <a:lnTo>
                    <a:pt x="484377" y="51688"/>
                  </a:lnTo>
                  <a:lnTo>
                    <a:pt x="473487" y="45338"/>
                  </a:lnTo>
                  <a:close/>
                </a:path>
                <a:path w="484504" h="103504">
                  <a:moveTo>
                    <a:pt x="468629" y="46227"/>
                  </a:moveTo>
                  <a:lnTo>
                    <a:pt x="459268" y="51688"/>
                  </a:lnTo>
                  <a:lnTo>
                    <a:pt x="468629" y="57149"/>
                  </a:lnTo>
                  <a:lnTo>
                    <a:pt x="468629" y="46227"/>
                  </a:lnTo>
                  <a:close/>
                </a:path>
                <a:path w="484504" h="103504">
                  <a:moveTo>
                    <a:pt x="471804" y="46227"/>
                  </a:moveTo>
                  <a:lnTo>
                    <a:pt x="468629" y="46227"/>
                  </a:lnTo>
                  <a:lnTo>
                    <a:pt x="468629" y="57149"/>
                  </a:lnTo>
                  <a:lnTo>
                    <a:pt x="471804" y="57149"/>
                  </a:lnTo>
                  <a:lnTo>
                    <a:pt x="471804" y="46227"/>
                  </a:lnTo>
                  <a:close/>
                </a:path>
                <a:path w="484504" h="103504">
                  <a:moveTo>
                    <a:pt x="395731" y="0"/>
                  </a:moveTo>
                  <a:lnTo>
                    <a:pt x="391921" y="1015"/>
                  </a:lnTo>
                  <a:lnTo>
                    <a:pt x="388365" y="7111"/>
                  </a:lnTo>
                  <a:lnTo>
                    <a:pt x="389381" y="10921"/>
                  </a:lnTo>
                  <a:lnTo>
                    <a:pt x="459268" y="51688"/>
                  </a:lnTo>
                  <a:lnTo>
                    <a:pt x="468629" y="46227"/>
                  </a:lnTo>
                  <a:lnTo>
                    <a:pt x="471804" y="46227"/>
                  </a:lnTo>
                  <a:lnTo>
                    <a:pt x="471804" y="45338"/>
                  </a:lnTo>
                  <a:lnTo>
                    <a:pt x="473487" y="45338"/>
                  </a:lnTo>
                  <a:lnTo>
                    <a:pt x="3957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52031" y="4459224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79" h="1344295">
                  <a:moveTo>
                    <a:pt x="2240280" y="0"/>
                  </a:moveTo>
                  <a:lnTo>
                    <a:pt x="0" y="0"/>
                  </a:lnTo>
                  <a:lnTo>
                    <a:pt x="0" y="1344167"/>
                  </a:lnTo>
                  <a:lnTo>
                    <a:pt x="2240280" y="1344167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AC97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52031" y="4459224"/>
              <a:ext cx="2240280" cy="1344295"/>
            </a:xfrm>
            <a:custGeom>
              <a:avLst/>
              <a:gdLst/>
              <a:ahLst/>
              <a:cxnLst/>
              <a:rect l="l" t="t" r="r" b="b"/>
              <a:pathLst>
                <a:path w="2240279" h="1344295">
                  <a:moveTo>
                    <a:pt x="0" y="1344167"/>
                  </a:moveTo>
                  <a:lnTo>
                    <a:pt x="2240280" y="1344167"/>
                  </a:lnTo>
                  <a:lnTo>
                    <a:pt x="2240280" y="0"/>
                  </a:lnTo>
                  <a:lnTo>
                    <a:pt x="0" y="0"/>
                  </a:lnTo>
                  <a:lnTo>
                    <a:pt x="0" y="134416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52032" y="4459223"/>
            <a:ext cx="2240280" cy="134429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Times New Roman"/>
              <a:cs typeface="Times New Roman"/>
            </a:endParaRPr>
          </a:p>
          <a:p>
            <a:pPr marL="118745" marR="104775" algn="ctr">
              <a:lnSpc>
                <a:spcPct val="91300"/>
              </a:lnSpc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Enable</a:t>
            </a:r>
            <a:r>
              <a:rPr sz="12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option</a:t>
            </a:r>
            <a:r>
              <a:rPr sz="12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want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automatically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import</a:t>
            </a:r>
            <a:r>
              <a:rPr sz="12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Standard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subset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into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the new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workspace.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4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2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subset.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07423" y="4459223"/>
            <a:ext cx="2240280" cy="1344295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</a:pP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OK.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457200"/>
              <a:ext cx="9814560" cy="5943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4167" y="591312"/>
            <a:ext cx="6553200" cy="5681472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8519992C-A8B3-EF22-81EA-EF2DE6628054}"/>
              </a:ext>
            </a:extLst>
          </p:cNvPr>
          <p:cNvSpPr/>
          <p:nvPr/>
        </p:nvSpPr>
        <p:spPr>
          <a:xfrm>
            <a:off x="0" y="-1604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416EF3B-055E-416F-1D70-3674933B3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89" y="2667000"/>
            <a:ext cx="3023820" cy="1231106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Multiuser 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Workspace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55741" y="651651"/>
            <a:ext cx="2049780" cy="815975"/>
          </a:xfrm>
          <a:custGeom>
            <a:avLst/>
            <a:gdLst/>
            <a:ahLst/>
            <a:cxnLst/>
            <a:rect l="l" t="t" r="r" b="b"/>
            <a:pathLst>
              <a:path w="2049779" h="815975">
                <a:moveTo>
                  <a:pt x="2049653" y="815833"/>
                </a:moveTo>
                <a:lnTo>
                  <a:pt x="2019517" y="776682"/>
                </a:lnTo>
                <a:lnTo>
                  <a:pt x="1988558" y="738403"/>
                </a:lnTo>
                <a:lnTo>
                  <a:pt x="1956794" y="701003"/>
                </a:lnTo>
                <a:lnTo>
                  <a:pt x="1924245" y="664490"/>
                </a:lnTo>
                <a:lnTo>
                  <a:pt x="1890929" y="628870"/>
                </a:lnTo>
                <a:lnTo>
                  <a:pt x="1856865" y="594150"/>
                </a:lnTo>
                <a:lnTo>
                  <a:pt x="1822072" y="560337"/>
                </a:lnTo>
                <a:lnTo>
                  <a:pt x="1786569" y="527440"/>
                </a:lnTo>
                <a:lnTo>
                  <a:pt x="1750374" y="495464"/>
                </a:lnTo>
                <a:lnTo>
                  <a:pt x="1713507" y="464416"/>
                </a:lnTo>
                <a:lnTo>
                  <a:pt x="1675986" y="434305"/>
                </a:lnTo>
                <a:lnTo>
                  <a:pt x="1637829" y="405136"/>
                </a:lnTo>
                <a:lnTo>
                  <a:pt x="1599057" y="376918"/>
                </a:lnTo>
                <a:lnTo>
                  <a:pt x="1559687" y="349657"/>
                </a:lnTo>
                <a:lnTo>
                  <a:pt x="1519738" y="323360"/>
                </a:lnTo>
                <a:lnTo>
                  <a:pt x="1479230" y="298035"/>
                </a:lnTo>
                <a:lnTo>
                  <a:pt x="1438180" y="273688"/>
                </a:lnTo>
                <a:lnTo>
                  <a:pt x="1396609" y="250327"/>
                </a:lnTo>
                <a:lnTo>
                  <a:pt x="1354534" y="227958"/>
                </a:lnTo>
                <a:lnTo>
                  <a:pt x="1311975" y="206589"/>
                </a:lnTo>
                <a:lnTo>
                  <a:pt x="1268950" y="186228"/>
                </a:lnTo>
                <a:lnTo>
                  <a:pt x="1225478" y="166880"/>
                </a:lnTo>
                <a:lnTo>
                  <a:pt x="1181578" y="148553"/>
                </a:lnTo>
                <a:lnTo>
                  <a:pt x="1137269" y="131255"/>
                </a:lnTo>
                <a:lnTo>
                  <a:pt x="1092569" y="114992"/>
                </a:lnTo>
                <a:lnTo>
                  <a:pt x="1047498" y="99771"/>
                </a:lnTo>
                <a:lnTo>
                  <a:pt x="1002074" y="85600"/>
                </a:lnTo>
                <a:lnTo>
                  <a:pt x="956316" y="72486"/>
                </a:lnTo>
                <a:lnTo>
                  <a:pt x="910243" y="60435"/>
                </a:lnTo>
                <a:lnTo>
                  <a:pt x="863873" y="49456"/>
                </a:lnTo>
                <a:lnTo>
                  <a:pt x="817226" y="39554"/>
                </a:lnTo>
                <a:lnTo>
                  <a:pt x="770320" y="30737"/>
                </a:lnTo>
                <a:lnTo>
                  <a:pt x="723175" y="23013"/>
                </a:lnTo>
                <a:lnTo>
                  <a:pt x="675808" y="16388"/>
                </a:lnTo>
                <a:lnTo>
                  <a:pt x="628239" y="10869"/>
                </a:lnTo>
                <a:lnTo>
                  <a:pt x="580487" y="6464"/>
                </a:lnTo>
                <a:lnTo>
                  <a:pt x="532570" y="3179"/>
                </a:lnTo>
                <a:lnTo>
                  <a:pt x="484507" y="1022"/>
                </a:lnTo>
                <a:lnTo>
                  <a:pt x="436317" y="0"/>
                </a:lnTo>
                <a:lnTo>
                  <a:pt x="388019" y="119"/>
                </a:lnTo>
                <a:lnTo>
                  <a:pt x="339632" y="1388"/>
                </a:lnTo>
                <a:lnTo>
                  <a:pt x="291174" y="3813"/>
                </a:lnTo>
                <a:lnTo>
                  <a:pt x="242664" y="7401"/>
                </a:lnTo>
                <a:lnTo>
                  <a:pt x="194122" y="12159"/>
                </a:lnTo>
                <a:lnTo>
                  <a:pt x="145565" y="18095"/>
                </a:lnTo>
                <a:lnTo>
                  <a:pt x="97014" y="25215"/>
                </a:lnTo>
                <a:lnTo>
                  <a:pt x="48485" y="33527"/>
                </a:lnTo>
                <a:lnTo>
                  <a:pt x="0" y="43038"/>
                </a:lnTo>
              </a:path>
            </a:pathLst>
          </a:custGeom>
          <a:ln w="127000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7244" y="1816989"/>
            <a:ext cx="5219065" cy="32270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89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 err="1">
                <a:latin typeface="Calibri"/>
                <a:cs typeface="Calibri"/>
              </a:rPr>
              <a:t>checkin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checkout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mechanism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multi-user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workspaces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ensures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users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don't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interfere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work:</a:t>
            </a:r>
            <a:endParaRPr sz="1800" dirty="0">
              <a:latin typeface="Calibri"/>
              <a:cs typeface="Calibri"/>
            </a:endParaRPr>
          </a:p>
          <a:p>
            <a:pPr marL="76200" marR="29845" indent="-64135">
              <a:lnSpc>
                <a:spcPct val="90000"/>
              </a:lnSpc>
              <a:spcBef>
                <a:spcPts val="118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Checkout</a:t>
            </a:r>
            <a:r>
              <a:rPr sz="1800" u="heavy" spc="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objects</a:t>
            </a:r>
            <a:r>
              <a:rPr sz="1800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1800" spc="-10" dirty="0">
                <a:latin typeface="Calibri"/>
                <a:cs typeface="Calibri"/>
              </a:rPr>
              <a:t>you </a:t>
            </a:r>
            <a:r>
              <a:rPr sz="1800" spc="-15" dirty="0">
                <a:latin typeface="Calibri"/>
                <a:cs typeface="Calibri"/>
              </a:rPr>
              <a:t>want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work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on.</a:t>
            </a:r>
            <a:r>
              <a:rPr sz="1800" spc="-5" dirty="0">
                <a:latin typeface="Calibri"/>
                <a:cs typeface="Calibri"/>
              </a:rPr>
              <a:t> These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objects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locked;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other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users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can't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modify them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they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checked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2055"/>
              </a:lnSpc>
              <a:spcBef>
                <a:spcPts val="985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u="heavy" spc="-10" dirty="0" err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Checkin</a:t>
            </a:r>
            <a:r>
              <a:rPr sz="1800" u="heavy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objects</a:t>
            </a:r>
            <a:r>
              <a:rPr sz="180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once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you're finished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them.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</a:t>
            </a:r>
            <a:endParaRPr sz="1800" dirty="0">
              <a:latin typeface="Calibri"/>
              <a:cs typeface="Calibri"/>
            </a:endParaRPr>
          </a:p>
          <a:p>
            <a:pPr marL="76200">
              <a:lnSpc>
                <a:spcPts val="2055"/>
              </a:lnSpc>
            </a:pPr>
            <a:r>
              <a:rPr sz="1800" spc="-15" dirty="0">
                <a:latin typeface="Calibri"/>
                <a:cs typeface="Calibri"/>
              </a:rPr>
              <a:t>frees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them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other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users.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90100"/>
              </a:lnSpc>
              <a:spcBef>
                <a:spcPts val="11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45" dirty="0">
                <a:latin typeface="Calibri"/>
                <a:cs typeface="Calibri"/>
                <a:hlinkClick r:id="rId4"/>
              </a:rPr>
              <a:t>You</a:t>
            </a:r>
            <a:r>
              <a:rPr sz="1800" spc="40" dirty="0">
                <a:latin typeface="Calibri"/>
                <a:cs typeface="Calibri"/>
                <a:hlinkClick r:id="rId4"/>
              </a:rPr>
              <a:t> </a:t>
            </a:r>
            <a:r>
              <a:rPr sz="1800" spc="-10" dirty="0">
                <a:latin typeface="Calibri"/>
                <a:cs typeface="Calibri"/>
                <a:hlinkClick r:id="rId4"/>
              </a:rPr>
              <a:t>can</a:t>
            </a:r>
            <a:r>
              <a:rPr sz="1800" spc="70" dirty="0">
                <a:latin typeface="Calibri"/>
                <a:cs typeface="Calibri"/>
                <a:hlinkClick r:id="rId4"/>
              </a:rPr>
              <a:t> </a:t>
            </a:r>
            <a:r>
              <a:rPr sz="1800" spc="-5" dirty="0">
                <a:latin typeface="Calibri"/>
                <a:cs typeface="Calibri"/>
                <a:hlinkClick r:id="rId4"/>
              </a:rPr>
              <a:t>also</a:t>
            </a:r>
            <a:r>
              <a:rPr sz="1800" spc="75" dirty="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8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update</a:t>
            </a:r>
            <a:r>
              <a:rPr sz="1800" u="heavy" spc="1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your</a:t>
            </a:r>
            <a:r>
              <a:rPr sz="1800" u="heavy" spc="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workspace</a:t>
            </a:r>
            <a:r>
              <a:rPr sz="1800" spc="90" dirty="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800" dirty="0">
                <a:latin typeface="Calibri"/>
                <a:cs typeface="Calibri"/>
                <a:hlinkClick r:id="rId4"/>
              </a:rPr>
              <a:t>or</a:t>
            </a:r>
            <a:r>
              <a:rPr sz="1800" spc="55" dirty="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view </a:t>
            </a:r>
            <a:r>
              <a:rPr sz="1800" dirty="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8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checkout</a:t>
            </a:r>
            <a:r>
              <a:rPr sz="180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and</a:t>
            </a:r>
            <a:r>
              <a:rPr sz="1800" u="heavy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change</a:t>
            </a:r>
            <a:r>
              <a:rPr sz="1800" u="heavy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information</a:t>
            </a:r>
            <a:r>
              <a:rPr sz="1800" spc="35" dirty="0">
                <a:solidFill>
                  <a:srgbClr val="0462C1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800" dirty="0">
                <a:latin typeface="Calibri"/>
                <a:cs typeface="Calibri"/>
                <a:hlinkClick r:id="rId4"/>
              </a:rPr>
              <a:t>on</a:t>
            </a:r>
            <a:r>
              <a:rPr sz="1800" spc="-10" dirty="0">
                <a:latin typeface="Calibri"/>
                <a:cs typeface="Calibri"/>
                <a:hlinkClick r:id="rId4"/>
              </a:rPr>
              <a:t> </a:t>
            </a:r>
            <a:r>
              <a:rPr sz="1800" spc="-5" dirty="0">
                <a:latin typeface="Calibri"/>
                <a:cs typeface="Calibri"/>
                <a:hlinkClick r:id="rId4"/>
              </a:rPr>
              <a:t>the</a:t>
            </a:r>
            <a:r>
              <a:rPr sz="1800" spc="35" dirty="0">
                <a:latin typeface="Calibri"/>
                <a:cs typeface="Calibri"/>
                <a:hlinkClick r:id="rId4"/>
              </a:rPr>
              <a:t> </a:t>
            </a:r>
            <a:r>
              <a:rPr sz="1800" spc="-5" dirty="0">
                <a:latin typeface="Calibri"/>
                <a:cs typeface="Calibri"/>
                <a:hlinkClick r:id="rId4"/>
              </a:rPr>
              <a:t>objec</a:t>
            </a:r>
            <a:r>
              <a:rPr sz="1800" spc="-5" dirty="0">
                <a:latin typeface="Calibri"/>
                <a:cs typeface="Calibri"/>
              </a:rPr>
              <a:t>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workspace.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10983" y="1929383"/>
            <a:ext cx="4672965" cy="4377055"/>
            <a:chOff x="7110983" y="1929383"/>
            <a:chExt cx="4672965" cy="4377055"/>
          </a:xfrm>
        </p:grpSpPr>
        <p:sp>
          <p:nvSpPr>
            <p:cNvPr id="5" name="object 5"/>
            <p:cNvSpPr/>
            <p:nvPr/>
          </p:nvSpPr>
          <p:spPr>
            <a:xfrm>
              <a:off x="10677143" y="5227319"/>
              <a:ext cx="1106805" cy="1079500"/>
            </a:xfrm>
            <a:custGeom>
              <a:avLst/>
              <a:gdLst/>
              <a:ahLst/>
              <a:cxnLst/>
              <a:rect l="l" t="t" r="r" b="b"/>
              <a:pathLst>
                <a:path w="1106804" h="1079500">
                  <a:moveTo>
                    <a:pt x="553211" y="0"/>
                  </a:moveTo>
                  <a:lnTo>
                    <a:pt x="505474" y="1980"/>
                  </a:lnTo>
                  <a:lnTo>
                    <a:pt x="458865" y="7813"/>
                  </a:lnTo>
                  <a:lnTo>
                    <a:pt x="413550" y="17337"/>
                  </a:lnTo>
                  <a:lnTo>
                    <a:pt x="369696" y="30390"/>
                  </a:lnTo>
                  <a:lnTo>
                    <a:pt x="327468" y="46809"/>
                  </a:lnTo>
                  <a:lnTo>
                    <a:pt x="287032" y="66434"/>
                  </a:lnTo>
                  <a:lnTo>
                    <a:pt x="248555" y="89101"/>
                  </a:lnTo>
                  <a:lnTo>
                    <a:pt x="212203" y="114649"/>
                  </a:lnTo>
                  <a:lnTo>
                    <a:pt x="178140" y="142917"/>
                  </a:lnTo>
                  <a:lnTo>
                    <a:pt x="146534" y="173741"/>
                  </a:lnTo>
                  <a:lnTo>
                    <a:pt x="117550" y="206960"/>
                  </a:lnTo>
                  <a:lnTo>
                    <a:pt x="91355" y="242412"/>
                  </a:lnTo>
                  <a:lnTo>
                    <a:pt x="68114" y="279935"/>
                  </a:lnTo>
                  <a:lnTo>
                    <a:pt x="47993" y="319368"/>
                  </a:lnTo>
                  <a:lnTo>
                    <a:pt x="31158" y="360547"/>
                  </a:lnTo>
                  <a:lnTo>
                    <a:pt x="17775" y="403311"/>
                  </a:lnTo>
                  <a:lnTo>
                    <a:pt x="8010" y="447499"/>
                  </a:lnTo>
                  <a:lnTo>
                    <a:pt x="2030" y="492948"/>
                  </a:lnTo>
                  <a:lnTo>
                    <a:pt x="0" y="539495"/>
                  </a:lnTo>
                  <a:lnTo>
                    <a:pt x="2030" y="586045"/>
                  </a:lnTo>
                  <a:lnTo>
                    <a:pt x="8010" y="631495"/>
                  </a:lnTo>
                  <a:lnTo>
                    <a:pt x="17775" y="675684"/>
                  </a:lnTo>
                  <a:lnTo>
                    <a:pt x="31158" y="718449"/>
                  </a:lnTo>
                  <a:lnTo>
                    <a:pt x="47993" y="759629"/>
                  </a:lnTo>
                  <a:lnTo>
                    <a:pt x="68114" y="799061"/>
                  </a:lnTo>
                  <a:lnTo>
                    <a:pt x="91355" y="836584"/>
                  </a:lnTo>
                  <a:lnTo>
                    <a:pt x="117550" y="872036"/>
                  </a:lnTo>
                  <a:lnTo>
                    <a:pt x="146534" y="905255"/>
                  </a:lnTo>
                  <a:lnTo>
                    <a:pt x="178140" y="936079"/>
                  </a:lnTo>
                  <a:lnTo>
                    <a:pt x="212203" y="964345"/>
                  </a:lnTo>
                  <a:lnTo>
                    <a:pt x="248555" y="989893"/>
                  </a:lnTo>
                  <a:lnTo>
                    <a:pt x="287032" y="1012560"/>
                  </a:lnTo>
                  <a:lnTo>
                    <a:pt x="327468" y="1032184"/>
                  </a:lnTo>
                  <a:lnTo>
                    <a:pt x="369696" y="1048603"/>
                  </a:lnTo>
                  <a:lnTo>
                    <a:pt x="413550" y="1061655"/>
                  </a:lnTo>
                  <a:lnTo>
                    <a:pt x="458865" y="1071178"/>
                  </a:lnTo>
                  <a:lnTo>
                    <a:pt x="505474" y="1077011"/>
                  </a:lnTo>
                  <a:lnTo>
                    <a:pt x="553211" y="1078991"/>
                  </a:lnTo>
                  <a:lnTo>
                    <a:pt x="600949" y="1077011"/>
                  </a:lnTo>
                  <a:lnTo>
                    <a:pt x="647558" y="1071178"/>
                  </a:lnTo>
                  <a:lnTo>
                    <a:pt x="692873" y="1061655"/>
                  </a:lnTo>
                  <a:lnTo>
                    <a:pt x="736727" y="1048603"/>
                  </a:lnTo>
                  <a:lnTo>
                    <a:pt x="778955" y="1032184"/>
                  </a:lnTo>
                  <a:lnTo>
                    <a:pt x="819391" y="1012560"/>
                  </a:lnTo>
                  <a:lnTo>
                    <a:pt x="857868" y="989893"/>
                  </a:lnTo>
                  <a:lnTo>
                    <a:pt x="894220" y="964345"/>
                  </a:lnTo>
                  <a:lnTo>
                    <a:pt x="928283" y="936079"/>
                  </a:lnTo>
                  <a:lnTo>
                    <a:pt x="959889" y="905255"/>
                  </a:lnTo>
                  <a:lnTo>
                    <a:pt x="988873" y="872036"/>
                  </a:lnTo>
                  <a:lnTo>
                    <a:pt x="1015068" y="836584"/>
                  </a:lnTo>
                  <a:lnTo>
                    <a:pt x="1038309" y="799061"/>
                  </a:lnTo>
                  <a:lnTo>
                    <a:pt x="1058430" y="759629"/>
                  </a:lnTo>
                  <a:lnTo>
                    <a:pt x="1075265" y="718449"/>
                  </a:lnTo>
                  <a:lnTo>
                    <a:pt x="1088648" y="675684"/>
                  </a:lnTo>
                  <a:lnTo>
                    <a:pt x="1098413" y="631495"/>
                  </a:lnTo>
                  <a:lnTo>
                    <a:pt x="1104393" y="586045"/>
                  </a:lnTo>
                  <a:lnTo>
                    <a:pt x="1106424" y="539495"/>
                  </a:lnTo>
                  <a:lnTo>
                    <a:pt x="1104393" y="492948"/>
                  </a:lnTo>
                  <a:lnTo>
                    <a:pt x="1098413" y="447499"/>
                  </a:lnTo>
                  <a:lnTo>
                    <a:pt x="1088648" y="403311"/>
                  </a:lnTo>
                  <a:lnTo>
                    <a:pt x="1075265" y="360547"/>
                  </a:lnTo>
                  <a:lnTo>
                    <a:pt x="1058430" y="319368"/>
                  </a:lnTo>
                  <a:lnTo>
                    <a:pt x="1038309" y="279935"/>
                  </a:lnTo>
                  <a:lnTo>
                    <a:pt x="1015068" y="242412"/>
                  </a:lnTo>
                  <a:lnTo>
                    <a:pt x="988873" y="206960"/>
                  </a:lnTo>
                  <a:lnTo>
                    <a:pt x="959889" y="173741"/>
                  </a:lnTo>
                  <a:lnTo>
                    <a:pt x="928283" y="142917"/>
                  </a:lnTo>
                  <a:lnTo>
                    <a:pt x="894220" y="114649"/>
                  </a:lnTo>
                  <a:lnTo>
                    <a:pt x="857868" y="89101"/>
                  </a:lnTo>
                  <a:lnTo>
                    <a:pt x="819391" y="66434"/>
                  </a:lnTo>
                  <a:lnTo>
                    <a:pt x="778955" y="46809"/>
                  </a:lnTo>
                  <a:lnTo>
                    <a:pt x="736727" y="30390"/>
                  </a:lnTo>
                  <a:lnTo>
                    <a:pt x="692873" y="17337"/>
                  </a:lnTo>
                  <a:lnTo>
                    <a:pt x="647558" y="7813"/>
                  </a:lnTo>
                  <a:lnTo>
                    <a:pt x="600949" y="1980"/>
                  </a:lnTo>
                  <a:lnTo>
                    <a:pt x="55321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0983" y="1929383"/>
              <a:ext cx="4221480" cy="4221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668600"/>
            <a:ext cx="2882900" cy="12992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10">
                <a:solidFill>
                  <a:srgbClr val="FFFFFF"/>
                </a:solidFill>
                <a:latin typeface="Calibri Light"/>
                <a:cs typeface="Calibri Light"/>
              </a:rPr>
              <a:t>Comp</a:t>
            </a:r>
            <a:r>
              <a:rPr sz="4400" spc="-25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n</a:t>
            </a:r>
            <a:r>
              <a:rPr sz="4400" spc="-25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400" spc="-60">
                <a:solidFill>
                  <a:srgbClr val="FFFFFF"/>
                </a:solidFill>
                <a:latin typeface="Calibri Light"/>
                <a:cs typeface="Calibri Light"/>
              </a:rPr>
              <a:t>n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ts  </a:t>
            </a:r>
            <a:r>
              <a:rPr sz="4400" spc="-1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4400" spc="-105">
                <a:solidFill>
                  <a:srgbClr val="FFFFFF"/>
                </a:solidFill>
                <a:latin typeface="Calibri Light"/>
                <a:cs typeface="Calibri Light"/>
              </a:rPr>
              <a:t>Tosca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056" y="4497323"/>
            <a:ext cx="2042160" cy="2040889"/>
          </a:xfrm>
          <a:custGeom>
            <a:avLst/>
            <a:gdLst/>
            <a:ahLst/>
            <a:cxnLst/>
            <a:rect l="l" t="t" r="r" b="b"/>
            <a:pathLst>
              <a:path w="2042159" h="2040890">
                <a:moveTo>
                  <a:pt x="0" y="2040636"/>
                </a:moveTo>
                <a:lnTo>
                  <a:pt x="48205" y="2040078"/>
                </a:lnTo>
                <a:lnTo>
                  <a:pt x="96136" y="2038414"/>
                </a:lnTo>
                <a:lnTo>
                  <a:pt x="143781" y="2035656"/>
                </a:lnTo>
                <a:lnTo>
                  <a:pt x="191128" y="2031816"/>
                </a:lnTo>
                <a:lnTo>
                  <a:pt x="238165" y="2026907"/>
                </a:lnTo>
                <a:lnTo>
                  <a:pt x="284878" y="2020939"/>
                </a:lnTo>
                <a:lnTo>
                  <a:pt x="331257" y="2013927"/>
                </a:lnTo>
                <a:lnTo>
                  <a:pt x="377288" y="2005882"/>
                </a:lnTo>
                <a:lnTo>
                  <a:pt x="422959" y="1996815"/>
                </a:lnTo>
                <a:lnTo>
                  <a:pt x="468258" y="1986741"/>
                </a:lnTo>
                <a:lnTo>
                  <a:pt x="513174" y="1975670"/>
                </a:lnTo>
                <a:lnTo>
                  <a:pt x="557693" y="1963615"/>
                </a:lnTo>
                <a:lnTo>
                  <a:pt x="601803" y="1950588"/>
                </a:lnTo>
                <a:lnTo>
                  <a:pt x="645493" y="1936602"/>
                </a:lnTo>
                <a:lnTo>
                  <a:pt x="688749" y="1921669"/>
                </a:lnTo>
                <a:lnTo>
                  <a:pt x="731560" y="1905801"/>
                </a:lnTo>
                <a:lnTo>
                  <a:pt x="773913" y="1889010"/>
                </a:lnTo>
                <a:lnTo>
                  <a:pt x="815796" y="1871308"/>
                </a:lnTo>
                <a:lnTo>
                  <a:pt x="857198" y="1852708"/>
                </a:lnTo>
                <a:lnTo>
                  <a:pt x="898104" y="1833223"/>
                </a:lnTo>
                <a:lnTo>
                  <a:pt x="938504" y="1812863"/>
                </a:lnTo>
                <a:lnTo>
                  <a:pt x="978385" y="1791642"/>
                </a:lnTo>
                <a:lnTo>
                  <a:pt x="1017735" y="1769572"/>
                </a:lnTo>
                <a:lnTo>
                  <a:pt x="1056541" y="1746665"/>
                </a:lnTo>
                <a:lnTo>
                  <a:pt x="1094792" y="1722933"/>
                </a:lnTo>
                <a:lnTo>
                  <a:pt x="1132475" y="1698388"/>
                </a:lnTo>
                <a:lnTo>
                  <a:pt x="1169577" y="1673043"/>
                </a:lnTo>
                <a:lnTo>
                  <a:pt x="1206087" y="1646911"/>
                </a:lnTo>
                <a:lnTo>
                  <a:pt x="1241992" y="1620002"/>
                </a:lnTo>
                <a:lnTo>
                  <a:pt x="1277280" y="1592330"/>
                </a:lnTo>
                <a:lnTo>
                  <a:pt x="1311939" y="1563907"/>
                </a:lnTo>
                <a:lnTo>
                  <a:pt x="1345957" y="1534745"/>
                </a:lnTo>
                <a:lnTo>
                  <a:pt x="1379320" y="1504856"/>
                </a:lnTo>
                <a:lnTo>
                  <a:pt x="1412018" y="1474252"/>
                </a:lnTo>
                <a:lnTo>
                  <a:pt x="1444037" y="1442947"/>
                </a:lnTo>
                <a:lnTo>
                  <a:pt x="1475366" y="1410951"/>
                </a:lnTo>
                <a:lnTo>
                  <a:pt x="1505992" y="1378277"/>
                </a:lnTo>
                <a:lnTo>
                  <a:pt x="1535903" y="1344938"/>
                </a:lnTo>
                <a:lnTo>
                  <a:pt x="1565086" y="1310946"/>
                </a:lnTo>
                <a:lnTo>
                  <a:pt x="1593530" y="1276313"/>
                </a:lnTo>
                <a:lnTo>
                  <a:pt x="1621223" y="1241051"/>
                </a:lnTo>
                <a:lnTo>
                  <a:pt x="1648151" y="1205172"/>
                </a:lnTo>
                <a:lnTo>
                  <a:pt x="1674302" y="1168689"/>
                </a:lnTo>
                <a:lnTo>
                  <a:pt x="1699666" y="1131614"/>
                </a:lnTo>
                <a:lnTo>
                  <a:pt x="1724228" y="1093960"/>
                </a:lnTo>
                <a:lnTo>
                  <a:pt x="1747977" y="1055738"/>
                </a:lnTo>
                <a:lnTo>
                  <a:pt x="1770901" y="1016960"/>
                </a:lnTo>
                <a:lnTo>
                  <a:pt x="1792987" y="977640"/>
                </a:lnTo>
                <a:lnTo>
                  <a:pt x="1814224" y="937789"/>
                </a:lnTo>
                <a:lnTo>
                  <a:pt x="1834598" y="897419"/>
                </a:lnTo>
                <a:lnTo>
                  <a:pt x="1854098" y="856543"/>
                </a:lnTo>
                <a:lnTo>
                  <a:pt x="1872711" y="815173"/>
                </a:lnTo>
                <a:lnTo>
                  <a:pt x="1890425" y="773321"/>
                </a:lnTo>
                <a:lnTo>
                  <a:pt x="1907228" y="731000"/>
                </a:lnTo>
                <a:lnTo>
                  <a:pt x="1923108" y="688221"/>
                </a:lnTo>
                <a:lnTo>
                  <a:pt x="1938052" y="644998"/>
                </a:lnTo>
                <a:lnTo>
                  <a:pt x="1952048" y="601341"/>
                </a:lnTo>
                <a:lnTo>
                  <a:pt x="1965084" y="557265"/>
                </a:lnTo>
                <a:lnTo>
                  <a:pt x="1977148" y="512779"/>
                </a:lnTo>
                <a:lnTo>
                  <a:pt x="1988226" y="467898"/>
                </a:lnTo>
                <a:lnTo>
                  <a:pt x="1998308" y="422633"/>
                </a:lnTo>
                <a:lnTo>
                  <a:pt x="2007381" y="376997"/>
                </a:lnTo>
                <a:lnTo>
                  <a:pt x="2015432" y="331001"/>
                </a:lnTo>
                <a:lnTo>
                  <a:pt x="2022449" y="284658"/>
                </a:lnTo>
                <a:lnTo>
                  <a:pt x="2028421" y="237981"/>
                </a:lnTo>
                <a:lnTo>
                  <a:pt x="2033334" y="190980"/>
                </a:lnTo>
                <a:lnTo>
                  <a:pt x="2037177" y="143670"/>
                </a:lnTo>
                <a:lnTo>
                  <a:pt x="2039937" y="96062"/>
                </a:lnTo>
                <a:lnTo>
                  <a:pt x="2041602" y="48167"/>
                </a:lnTo>
                <a:lnTo>
                  <a:pt x="2042160" y="0"/>
                </a:lnTo>
              </a:path>
            </a:pathLst>
          </a:custGeom>
          <a:ln w="128016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7296" y="1130935"/>
            <a:ext cx="6581775" cy="39084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336550" indent="-228600">
              <a:lnSpc>
                <a:spcPts val="302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0" dirty="0">
                <a:latin typeface="Calibri"/>
                <a:cs typeface="Calibri"/>
              </a:rPr>
              <a:t>Tosca </a:t>
            </a:r>
            <a:r>
              <a:rPr sz="2800" b="1" dirty="0">
                <a:latin typeface="Calibri"/>
                <a:cs typeface="Calibri"/>
              </a:rPr>
              <a:t>Commander </a:t>
            </a:r>
            <a:r>
              <a:rPr sz="2800" dirty="0">
                <a:latin typeface="Calibri"/>
                <a:cs typeface="Calibri"/>
              </a:rPr>
              <a:t>- </a:t>
            </a:r>
            <a:r>
              <a:rPr sz="2800" spc="-10" dirty="0">
                <a:latin typeface="Calibri"/>
                <a:cs typeface="Calibri"/>
              </a:rPr>
              <a:t>It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creating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projects.</a:t>
            </a:r>
            <a:endParaRPr sz="2800" dirty="0">
              <a:latin typeface="Calibri"/>
              <a:cs typeface="Calibri"/>
            </a:endParaRPr>
          </a:p>
          <a:p>
            <a:pPr marL="241300" marR="25400" indent="-228600">
              <a:lnSpc>
                <a:spcPts val="303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0" dirty="0">
                <a:latin typeface="Calibri"/>
                <a:cs typeface="Calibri"/>
              </a:rPr>
              <a:t>Tosca </a:t>
            </a:r>
            <a:r>
              <a:rPr sz="2800" b="1" spc="-10" dirty="0">
                <a:latin typeface="Calibri"/>
                <a:cs typeface="Calibri"/>
              </a:rPr>
              <a:t>Executor </a:t>
            </a:r>
            <a:r>
              <a:rPr sz="2800" spc="5" dirty="0">
                <a:latin typeface="Calibri"/>
                <a:cs typeface="Calibri"/>
              </a:rPr>
              <a:t>–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5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spc="-15" dirty="0">
                <a:latin typeface="Calibri"/>
                <a:cs typeface="Calibri"/>
              </a:rPr>
              <a:t>for executing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test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cases.</a:t>
            </a:r>
            <a:endParaRPr sz="2800" dirty="0">
              <a:latin typeface="Calibri"/>
              <a:cs typeface="Calibri"/>
            </a:endParaRPr>
          </a:p>
          <a:p>
            <a:pPr marL="241300" marR="151130" indent="-228600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0" dirty="0">
                <a:latin typeface="Calibri"/>
                <a:cs typeface="Calibri"/>
              </a:rPr>
              <a:t>Tosca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X</a:t>
            </a:r>
            <a:r>
              <a:rPr sz="2800" b="1" spc="-5" dirty="0">
                <a:latin typeface="Calibri"/>
                <a:cs typeface="Calibri"/>
              </a:rPr>
              <a:t> Scan </a:t>
            </a:r>
            <a:r>
              <a:rPr sz="2800" b="1" spc="-45" dirty="0">
                <a:latin typeface="Calibri"/>
                <a:cs typeface="Calibri"/>
              </a:rPr>
              <a:t>(Tosca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Wizard)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" dirty="0">
                <a:latin typeface="Calibri"/>
                <a:cs typeface="Calibri"/>
              </a:rPr>
              <a:t> used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scanning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input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20" dirty="0">
                <a:latin typeface="Calibri"/>
                <a:cs typeface="Calibri"/>
              </a:rPr>
              <a:t>save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5" dirty="0">
                <a:latin typeface="Calibri"/>
                <a:cs typeface="Calibri"/>
              </a:rPr>
              <a:t>modules.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65" dirty="0">
                <a:latin typeface="Calibri"/>
                <a:cs typeface="Calibri"/>
              </a:rPr>
              <a:t>Test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Repository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–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saving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workspaces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1143000"/>
            <a:ext cx="274574" cy="349885"/>
          </a:xfrm>
          <a:prstGeom prst="rect">
            <a:avLst/>
          </a:prstGeom>
          <a:solidFill>
            <a:srgbClr val="404040"/>
          </a:solidFill>
          <a:ln w="25654">
            <a:solidFill>
              <a:srgbClr val="40404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8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0948" y="233547"/>
            <a:ext cx="5858256" cy="5879592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B2FAF1A8-D8ED-84E4-6E64-11EC1CEF7789}"/>
              </a:ext>
            </a:extLst>
          </p:cNvPr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28885701-4A75-F4C6-C56A-0AE7452D794C}"/>
              </a:ext>
            </a:extLst>
          </p:cNvPr>
          <p:cNvGrpSpPr/>
          <p:nvPr/>
        </p:nvGrpSpPr>
        <p:grpSpPr>
          <a:xfrm>
            <a:off x="4361497" y="318244"/>
            <a:ext cx="219341" cy="6082552"/>
            <a:chOff x="4741895" y="1005205"/>
            <a:chExt cx="92075" cy="4524375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57F6936D-159A-1606-D3F5-F303A66FDC3F}"/>
                </a:ext>
              </a:extLst>
            </p:cNvPr>
            <p:cNvSpPr/>
            <p:nvPr/>
          </p:nvSpPr>
          <p:spPr>
            <a:xfrm>
              <a:off x="4761526" y="1027176"/>
              <a:ext cx="46990" cy="4481830"/>
            </a:xfrm>
            <a:custGeom>
              <a:avLst/>
              <a:gdLst/>
              <a:ahLst/>
              <a:cxnLst/>
              <a:rect l="l" t="t" r="r" b="b"/>
              <a:pathLst>
                <a:path w="46989" h="4481830">
                  <a:moveTo>
                    <a:pt x="21621" y="2201852"/>
                  </a:moveTo>
                  <a:lnTo>
                    <a:pt x="22760" y="2238962"/>
                  </a:lnTo>
                  <a:lnTo>
                    <a:pt x="23733" y="2286077"/>
                  </a:lnTo>
                  <a:lnTo>
                    <a:pt x="24214" y="2334006"/>
                  </a:lnTo>
                  <a:lnTo>
                    <a:pt x="24165" y="2382950"/>
                  </a:lnTo>
                  <a:lnTo>
                    <a:pt x="23550" y="2433113"/>
                  </a:lnTo>
                  <a:lnTo>
                    <a:pt x="22332" y="2484695"/>
                  </a:lnTo>
                  <a:lnTo>
                    <a:pt x="20446" y="2538503"/>
                  </a:lnTo>
                  <a:lnTo>
                    <a:pt x="17939" y="2592927"/>
                  </a:lnTo>
                  <a:lnTo>
                    <a:pt x="14689" y="2649982"/>
                  </a:lnTo>
                  <a:lnTo>
                    <a:pt x="11908" y="2703738"/>
                  </a:lnTo>
                  <a:lnTo>
                    <a:pt x="10148" y="2757589"/>
                  </a:lnTo>
                  <a:lnTo>
                    <a:pt x="9257" y="2811302"/>
                  </a:lnTo>
                  <a:lnTo>
                    <a:pt x="9082" y="2864647"/>
                  </a:lnTo>
                  <a:lnTo>
                    <a:pt x="9472" y="2917393"/>
                  </a:lnTo>
                  <a:lnTo>
                    <a:pt x="10275" y="2969308"/>
                  </a:lnTo>
                  <a:lnTo>
                    <a:pt x="11363" y="3021203"/>
                  </a:lnTo>
                  <a:lnTo>
                    <a:pt x="13715" y="3121494"/>
                  </a:lnTo>
                  <a:lnTo>
                    <a:pt x="14574" y="3164045"/>
                  </a:lnTo>
                  <a:lnTo>
                    <a:pt x="15162" y="3208344"/>
                  </a:lnTo>
                  <a:lnTo>
                    <a:pt x="15250" y="3250426"/>
                  </a:lnTo>
                  <a:lnTo>
                    <a:pt x="14689" y="3290062"/>
                  </a:lnTo>
                  <a:lnTo>
                    <a:pt x="14270" y="3329043"/>
                  </a:lnTo>
                  <a:lnTo>
                    <a:pt x="14742" y="3369433"/>
                  </a:lnTo>
                  <a:lnTo>
                    <a:pt x="15880" y="3411312"/>
                  </a:lnTo>
                  <a:lnTo>
                    <a:pt x="17460" y="3454764"/>
                  </a:lnTo>
                  <a:lnTo>
                    <a:pt x="19260" y="3499870"/>
                  </a:lnTo>
                  <a:lnTo>
                    <a:pt x="21054" y="3546713"/>
                  </a:lnTo>
                  <a:lnTo>
                    <a:pt x="22620" y="3595374"/>
                  </a:lnTo>
                  <a:lnTo>
                    <a:pt x="23734" y="3645937"/>
                  </a:lnTo>
                  <a:lnTo>
                    <a:pt x="24172" y="3698482"/>
                  </a:lnTo>
                  <a:lnTo>
                    <a:pt x="23710" y="3753094"/>
                  </a:lnTo>
                  <a:lnTo>
                    <a:pt x="22124" y="3809852"/>
                  </a:lnTo>
                  <a:lnTo>
                    <a:pt x="19192" y="3868841"/>
                  </a:lnTo>
                  <a:lnTo>
                    <a:pt x="14689" y="3930142"/>
                  </a:lnTo>
                  <a:lnTo>
                    <a:pt x="10017" y="3999433"/>
                  </a:lnTo>
                  <a:lnTo>
                    <a:pt x="8243" y="4060629"/>
                  </a:lnTo>
                  <a:lnTo>
                    <a:pt x="8712" y="4115146"/>
                  </a:lnTo>
                  <a:lnTo>
                    <a:pt x="10769" y="4164397"/>
                  </a:lnTo>
                  <a:lnTo>
                    <a:pt x="13761" y="4209798"/>
                  </a:lnTo>
                  <a:lnTo>
                    <a:pt x="17033" y="4252763"/>
                  </a:lnTo>
                  <a:lnTo>
                    <a:pt x="19930" y="4294706"/>
                  </a:lnTo>
                  <a:lnTo>
                    <a:pt x="21799" y="4337043"/>
                  </a:lnTo>
                  <a:lnTo>
                    <a:pt x="21985" y="4381188"/>
                  </a:lnTo>
                  <a:lnTo>
                    <a:pt x="19832" y="4428555"/>
                  </a:lnTo>
                  <a:lnTo>
                    <a:pt x="14689" y="4480560"/>
                  </a:lnTo>
                  <a:lnTo>
                    <a:pt x="18880" y="4481322"/>
                  </a:lnTo>
                  <a:lnTo>
                    <a:pt x="27516" y="4479671"/>
                  </a:lnTo>
                  <a:lnTo>
                    <a:pt x="32905" y="4479671"/>
                  </a:lnTo>
                  <a:lnTo>
                    <a:pt x="29811" y="4441247"/>
                  </a:lnTo>
                  <a:lnTo>
                    <a:pt x="27538" y="4399575"/>
                  </a:lnTo>
                  <a:lnTo>
                    <a:pt x="26058" y="4355640"/>
                  </a:lnTo>
                  <a:lnTo>
                    <a:pt x="25268" y="4309540"/>
                  </a:lnTo>
                  <a:lnTo>
                    <a:pt x="25115" y="4252763"/>
                  </a:lnTo>
                  <a:lnTo>
                    <a:pt x="25371" y="4209798"/>
                  </a:lnTo>
                  <a:lnTo>
                    <a:pt x="26023" y="4159218"/>
                  </a:lnTo>
                  <a:lnTo>
                    <a:pt x="26978" y="4105427"/>
                  </a:lnTo>
                  <a:lnTo>
                    <a:pt x="28115" y="4049958"/>
                  </a:lnTo>
                  <a:lnTo>
                    <a:pt x="29333" y="3992905"/>
                  </a:lnTo>
                  <a:lnTo>
                    <a:pt x="30606" y="3930142"/>
                  </a:lnTo>
                  <a:lnTo>
                    <a:pt x="31604" y="3874443"/>
                  </a:lnTo>
                  <a:lnTo>
                    <a:pt x="32453" y="3813227"/>
                  </a:lnTo>
                  <a:lnTo>
                    <a:pt x="32977" y="3750818"/>
                  </a:lnTo>
                  <a:lnTo>
                    <a:pt x="33585" y="3689282"/>
                  </a:lnTo>
                  <a:lnTo>
                    <a:pt x="34663" y="3630418"/>
                  </a:lnTo>
                  <a:lnTo>
                    <a:pt x="36069" y="3573921"/>
                  </a:lnTo>
                  <a:lnTo>
                    <a:pt x="37664" y="3519485"/>
                  </a:lnTo>
                  <a:lnTo>
                    <a:pt x="39306" y="3466804"/>
                  </a:lnTo>
                  <a:lnTo>
                    <a:pt x="40854" y="3415572"/>
                  </a:lnTo>
                  <a:lnTo>
                    <a:pt x="42168" y="3365484"/>
                  </a:lnTo>
                  <a:lnTo>
                    <a:pt x="43107" y="3316233"/>
                  </a:lnTo>
                  <a:lnTo>
                    <a:pt x="43530" y="3267515"/>
                  </a:lnTo>
                  <a:lnTo>
                    <a:pt x="43296" y="3219023"/>
                  </a:lnTo>
                  <a:lnTo>
                    <a:pt x="42264" y="3170451"/>
                  </a:lnTo>
                  <a:lnTo>
                    <a:pt x="40294" y="3121494"/>
                  </a:lnTo>
                  <a:lnTo>
                    <a:pt x="37245" y="3071847"/>
                  </a:lnTo>
                  <a:lnTo>
                    <a:pt x="32890" y="3020162"/>
                  </a:lnTo>
                  <a:lnTo>
                    <a:pt x="28237" y="2963933"/>
                  </a:lnTo>
                  <a:lnTo>
                    <a:pt x="25321" y="2911088"/>
                  </a:lnTo>
                  <a:lnTo>
                    <a:pt x="23940" y="2861758"/>
                  </a:lnTo>
                  <a:lnTo>
                    <a:pt x="23872" y="2811302"/>
                  </a:lnTo>
                  <a:lnTo>
                    <a:pt x="24627" y="2770008"/>
                  </a:lnTo>
                  <a:lnTo>
                    <a:pt x="26119" y="2725769"/>
                  </a:lnTo>
                  <a:lnTo>
                    <a:pt x="27991" y="2681408"/>
                  </a:lnTo>
                  <a:lnTo>
                    <a:pt x="29957" y="2636016"/>
                  </a:lnTo>
                  <a:lnTo>
                    <a:pt x="31726" y="2588684"/>
                  </a:lnTo>
                  <a:lnTo>
                    <a:pt x="33018" y="2537899"/>
                  </a:lnTo>
                  <a:lnTo>
                    <a:pt x="33525" y="2484562"/>
                  </a:lnTo>
                  <a:lnTo>
                    <a:pt x="32977" y="2425954"/>
                  </a:lnTo>
                  <a:lnTo>
                    <a:pt x="31293" y="2367670"/>
                  </a:lnTo>
                  <a:lnTo>
                    <a:pt x="28814" y="2314586"/>
                  </a:lnTo>
                  <a:lnTo>
                    <a:pt x="25869" y="2265614"/>
                  </a:lnTo>
                  <a:lnTo>
                    <a:pt x="22788" y="2219668"/>
                  </a:lnTo>
                  <a:lnTo>
                    <a:pt x="21621" y="2201852"/>
                  </a:lnTo>
                  <a:close/>
                </a:path>
                <a:path w="46989" h="4481830">
                  <a:moveTo>
                    <a:pt x="32905" y="4479671"/>
                  </a:moveTo>
                  <a:lnTo>
                    <a:pt x="27516" y="4479671"/>
                  </a:lnTo>
                  <a:lnTo>
                    <a:pt x="32977" y="4480560"/>
                  </a:lnTo>
                  <a:lnTo>
                    <a:pt x="32905" y="4479671"/>
                  </a:lnTo>
                  <a:close/>
                </a:path>
                <a:path w="46989" h="4481830">
                  <a:moveTo>
                    <a:pt x="15963" y="2077352"/>
                  </a:moveTo>
                  <a:lnTo>
                    <a:pt x="16045" y="2089113"/>
                  </a:lnTo>
                  <a:lnTo>
                    <a:pt x="17546" y="2132504"/>
                  </a:lnTo>
                  <a:lnTo>
                    <a:pt x="19904" y="2175660"/>
                  </a:lnTo>
                  <a:lnTo>
                    <a:pt x="21621" y="2201852"/>
                  </a:lnTo>
                  <a:lnTo>
                    <a:pt x="21332" y="2192460"/>
                  </a:lnTo>
                  <a:lnTo>
                    <a:pt x="19486" y="2146368"/>
                  </a:lnTo>
                  <a:lnTo>
                    <a:pt x="17259" y="2100484"/>
                  </a:lnTo>
                  <a:lnTo>
                    <a:pt x="15963" y="2077352"/>
                  </a:lnTo>
                  <a:close/>
                </a:path>
                <a:path w="46989" h="4481830">
                  <a:moveTo>
                    <a:pt x="32977" y="0"/>
                  </a:moveTo>
                  <a:lnTo>
                    <a:pt x="27262" y="635"/>
                  </a:lnTo>
                  <a:lnTo>
                    <a:pt x="14710" y="635"/>
                  </a:lnTo>
                  <a:lnTo>
                    <a:pt x="16175" y="43685"/>
                  </a:lnTo>
                  <a:lnTo>
                    <a:pt x="16867" y="89662"/>
                  </a:lnTo>
                  <a:lnTo>
                    <a:pt x="16921" y="137566"/>
                  </a:lnTo>
                  <a:lnTo>
                    <a:pt x="16495" y="187033"/>
                  </a:lnTo>
                  <a:lnTo>
                    <a:pt x="15746" y="237697"/>
                  </a:lnTo>
                  <a:lnTo>
                    <a:pt x="13894" y="342155"/>
                  </a:lnTo>
                  <a:lnTo>
                    <a:pt x="13136" y="393229"/>
                  </a:lnTo>
                  <a:lnTo>
                    <a:pt x="12670" y="445037"/>
                  </a:lnTo>
                  <a:lnTo>
                    <a:pt x="12669" y="496220"/>
                  </a:lnTo>
                  <a:lnTo>
                    <a:pt x="13289" y="546412"/>
                  </a:lnTo>
                  <a:lnTo>
                    <a:pt x="14689" y="595249"/>
                  </a:lnTo>
                  <a:lnTo>
                    <a:pt x="16430" y="637958"/>
                  </a:lnTo>
                  <a:lnTo>
                    <a:pt x="20512" y="731540"/>
                  </a:lnTo>
                  <a:lnTo>
                    <a:pt x="22597" y="781719"/>
                  </a:lnTo>
                  <a:lnTo>
                    <a:pt x="24542" y="833694"/>
                  </a:lnTo>
                  <a:lnTo>
                    <a:pt x="26219" y="887117"/>
                  </a:lnTo>
                  <a:lnTo>
                    <a:pt x="27500" y="941641"/>
                  </a:lnTo>
                  <a:lnTo>
                    <a:pt x="28258" y="996920"/>
                  </a:lnTo>
                  <a:lnTo>
                    <a:pt x="28366" y="1052605"/>
                  </a:lnTo>
                  <a:lnTo>
                    <a:pt x="27696" y="1108351"/>
                  </a:lnTo>
                  <a:lnTo>
                    <a:pt x="26121" y="1163809"/>
                  </a:lnTo>
                  <a:lnTo>
                    <a:pt x="23513" y="1218633"/>
                  </a:lnTo>
                  <a:lnTo>
                    <a:pt x="19744" y="1272476"/>
                  </a:lnTo>
                  <a:lnTo>
                    <a:pt x="14689" y="1324990"/>
                  </a:lnTo>
                  <a:lnTo>
                    <a:pt x="9582" y="1377622"/>
                  </a:lnTo>
                  <a:lnTo>
                    <a:pt x="5678" y="1431780"/>
                  </a:lnTo>
                  <a:lnTo>
                    <a:pt x="2872" y="1487064"/>
                  </a:lnTo>
                  <a:lnTo>
                    <a:pt x="1059" y="1543071"/>
                  </a:lnTo>
                  <a:lnTo>
                    <a:pt x="137" y="1599401"/>
                  </a:lnTo>
                  <a:lnTo>
                    <a:pt x="0" y="1655651"/>
                  </a:lnTo>
                  <a:lnTo>
                    <a:pt x="544" y="1711420"/>
                  </a:lnTo>
                  <a:lnTo>
                    <a:pt x="1666" y="1766306"/>
                  </a:lnTo>
                  <a:lnTo>
                    <a:pt x="3261" y="1819909"/>
                  </a:lnTo>
                  <a:lnTo>
                    <a:pt x="5225" y="1871825"/>
                  </a:lnTo>
                  <a:lnTo>
                    <a:pt x="7454" y="1921655"/>
                  </a:lnTo>
                  <a:lnTo>
                    <a:pt x="9843" y="1968996"/>
                  </a:lnTo>
                  <a:lnTo>
                    <a:pt x="12290" y="2013447"/>
                  </a:lnTo>
                  <a:lnTo>
                    <a:pt x="14689" y="2054606"/>
                  </a:lnTo>
                  <a:lnTo>
                    <a:pt x="15963" y="2077352"/>
                  </a:lnTo>
                  <a:lnTo>
                    <a:pt x="16939" y="1997275"/>
                  </a:lnTo>
                  <a:lnTo>
                    <a:pt x="19994" y="1946655"/>
                  </a:lnTo>
                  <a:lnTo>
                    <a:pt x="25230" y="1891451"/>
                  </a:lnTo>
                  <a:lnTo>
                    <a:pt x="32977" y="1830577"/>
                  </a:lnTo>
                  <a:lnTo>
                    <a:pt x="39550" y="1774177"/>
                  </a:lnTo>
                  <a:lnTo>
                    <a:pt x="43860" y="1715330"/>
                  </a:lnTo>
                  <a:lnTo>
                    <a:pt x="46219" y="1654813"/>
                  </a:lnTo>
                  <a:lnTo>
                    <a:pt x="46939" y="1593402"/>
                  </a:lnTo>
                  <a:lnTo>
                    <a:pt x="46335" y="1531874"/>
                  </a:lnTo>
                  <a:lnTo>
                    <a:pt x="44720" y="1471006"/>
                  </a:lnTo>
                  <a:lnTo>
                    <a:pt x="42406" y="1411573"/>
                  </a:lnTo>
                  <a:lnTo>
                    <a:pt x="39708" y="1354352"/>
                  </a:lnTo>
                  <a:lnTo>
                    <a:pt x="36938" y="1300120"/>
                  </a:lnTo>
                  <a:lnTo>
                    <a:pt x="34409" y="1249652"/>
                  </a:lnTo>
                  <a:lnTo>
                    <a:pt x="32436" y="1203727"/>
                  </a:lnTo>
                  <a:lnTo>
                    <a:pt x="31349" y="1163809"/>
                  </a:lnTo>
                  <a:lnTo>
                    <a:pt x="31406" y="1128605"/>
                  </a:lnTo>
                  <a:lnTo>
                    <a:pt x="32977" y="1100963"/>
                  </a:lnTo>
                  <a:lnTo>
                    <a:pt x="36162" y="1066976"/>
                  </a:lnTo>
                  <a:lnTo>
                    <a:pt x="38877" y="1031580"/>
                  </a:lnTo>
                  <a:lnTo>
                    <a:pt x="41034" y="993921"/>
                  </a:lnTo>
                  <a:lnTo>
                    <a:pt x="42541" y="953145"/>
                  </a:lnTo>
                  <a:lnTo>
                    <a:pt x="43311" y="908399"/>
                  </a:lnTo>
                  <a:lnTo>
                    <a:pt x="43254" y="858829"/>
                  </a:lnTo>
                  <a:lnTo>
                    <a:pt x="42282" y="803583"/>
                  </a:lnTo>
                  <a:lnTo>
                    <a:pt x="40304" y="741807"/>
                  </a:lnTo>
                  <a:lnTo>
                    <a:pt x="37232" y="672646"/>
                  </a:lnTo>
                  <a:lnTo>
                    <a:pt x="32977" y="595249"/>
                  </a:lnTo>
                  <a:lnTo>
                    <a:pt x="29557" y="531736"/>
                  </a:lnTo>
                  <a:lnTo>
                    <a:pt x="27314" y="476349"/>
                  </a:lnTo>
                  <a:lnTo>
                    <a:pt x="26083" y="427410"/>
                  </a:lnTo>
                  <a:lnTo>
                    <a:pt x="25695" y="383238"/>
                  </a:lnTo>
                  <a:lnTo>
                    <a:pt x="25985" y="342155"/>
                  </a:lnTo>
                  <a:lnTo>
                    <a:pt x="26785" y="302482"/>
                  </a:lnTo>
                  <a:lnTo>
                    <a:pt x="27930" y="262538"/>
                  </a:lnTo>
                  <a:lnTo>
                    <a:pt x="29251" y="220646"/>
                  </a:lnTo>
                  <a:lnTo>
                    <a:pt x="30583" y="175125"/>
                  </a:lnTo>
                  <a:lnTo>
                    <a:pt x="31759" y="124296"/>
                  </a:lnTo>
                  <a:lnTo>
                    <a:pt x="32613" y="66481"/>
                  </a:lnTo>
                  <a:lnTo>
                    <a:pt x="32973" y="635"/>
                  </a:lnTo>
                  <a:lnTo>
                    <a:pt x="19261" y="635"/>
                  </a:lnTo>
                  <a:lnTo>
                    <a:pt x="14689" y="0"/>
                  </a:lnTo>
                  <a:lnTo>
                    <a:pt x="329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B249286A-321F-1048-4DA1-A8B6924BB1B3}"/>
                </a:ext>
              </a:extLst>
            </p:cNvPr>
            <p:cNvSpPr/>
            <p:nvPr/>
          </p:nvSpPr>
          <p:spPr>
            <a:xfrm>
              <a:off x="4763231" y="1026541"/>
              <a:ext cx="49530" cy="4481830"/>
            </a:xfrm>
            <a:custGeom>
              <a:avLst/>
              <a:gdLst/>
              <a:ahLst/>
              <a:cxnLst/>
              <a:rect l="l" t="t" r="r" b="b"/>
              <a:pathLst>
                <a:path w="49529" h="4481830">
                  <a:moveTo>
                    <a:pt x="31272" y="635"/>
                  </a:moveTo>
                  <a:lnTo>
                    <a:pt x="29380" y="63626"/>
                  </a:lnTo>
                  <a:lnTo>
                    <a:pt x="28044" y="119595"/>
                  </a:lnTo>
                  <a:lnTo>
                    <a:pt x="27200" y="169920"/>
                  </a:lnTo>
                  <a:lnTo>
                    <a:pt x="26785" y="215975"/>
                  </a:lnTo>
                  <a:lnTo>
                    <a:pt x="26734" y="259137"/>
                  </a:lnTo>
                  <a:lnTo>
                    <a:pt x="26986" y="300783"/>
                  </a:lnTo>
                  <a:lnTo>
                    <a:pt x="27475" y="342289"/>
                  </a:lnTo>
                  <a:lnTo>
                    <a:pt x="28139" y="385031"/>
                  </a:lnTo>
                  <a:lnTo>
                    <a:pt x="28915" y="430385"/>
                  </a:lnTo>
                  <a:lnTo>
                    <a:pt x="29737" y="479727"/>
                  </a:lnTo>
                  <a:lnTo>
                    <a:pt x="30544" y="534435"/>
                  </a:lnTo>
                  <a:lnTo>
                    <a:pt x="31272" y="595884"/>
                  </a:lnTo>
                  <a:lnTo>
                    <a:pt x="32280" y="667123"/>
                  </a:lnTo>
                  <a:lnTo>
                    <a:pt x="33576" y="726031"/>
                  </a:lnTo>
                  <a:lnTo>
                    <a:pt x="34968" y="775511"/>
                  </a:lnTo>
                  <a:lnTo>
                    <a:pt x="36265" y="818463"/>
                  </a:lnTo>
                  <a:lnTo>
                    <a:pt x="37273" y="857789"/>
                  </a:lnTo>
                  <a:lnTo>
                    <a:pt x="37801" y="896392"/>
                  </a:lnTo>
                  <a:lnTo>
                    <a:pt x="37657" y="937172"/>
                  </a:lnTo>
                  <a:lnTo>
                    <a:pt x="36649" y="983032"/>
                  </a:lnTo>
                  <a:lnTo>
                    <a:pt x="34584" y="1036873"/>
                  </a:lnTo>
                  <a:lnTo>
                    <a:pt x="31272" y="1101598"/>
                  </a:lnTo>
                  <a:lnTo>
                    <a:pt x="28850" y="1162908"/>
                  </a:lnTo>
                  <a:lnTo>
                    <a:pt x="28505" y="1218318"/>
                  </a:lnTo>
                  <a:lnTo>
                    <a:pt x="29706" y="1269042"/>
                  </a:lnTo>
                  <a:lnTo>
                    <a:pt x="31921" y="1316297"/>
                  </a:lnTo>
                  <a:lnTo>
                    <a:pt x="34621" y="1361297"/>
                  </a:lnTo>
                  <a:lnTo>
                    <a:pt x="37275" y="1405258"/>
                  </a:lnTo>
                  <a:lnTo>
                    <a:pt x="39351" y="1449395"/>
                  </a:lnTo>
                  <a:lnTo>
                    <a:pt x="40320" y="1494924"/>
                  </a:lnTo>
                  <a:lnTo>
                    <a:pt x="39650" y="1543060"/>
                  </a:lnTo>
                  <a:lnTo>
                    <a:pt x="36811" y="1595019"/>
                  </a:lnTo>
                  <a:lnTo>
                    <a:pt x="31272" y="1652016"/>
                  </a:lnTo>
                  <a:lnTo>
                    <a:pt x="26146" y="1700277"/>
                  </a:lnTo>
                  <a:lnTo>
                    <a:pt x="21861" y="1750577"/>
                  </a:lnTo>
                  <a:lnTo>
                    <a:pt x="18406" y="1802432"/>
                  </a:lnTo>
                  <a:lnTo>
                    <a:pt x="15765" y="1855358"/>
                  </a:lnTo>
                  <a:lnTo>
                    <a:pt x="13927" y="1908869"/>
                  </a:lnTo>
                  <a:lnTo>
                    <a:pt x="12877" y="1962482"/>
                  </a:lnTo>
                  <a:lnTo>
                    <a:pt x="12603" y="2015712"/>
                  </a:lnTo>
                  <a:lnTo>
                    <a:pt x="13091" y="2068075"/>
                  </a:lnTo>
                  <a:lnTo>
                    <a:pt x="14327" y="2119087"/>
                  </a:lnTo>
                  <a:lnTo>
                    <a:pt x="16299" y="2168263"/>
                  </a:lnTo>
                  <a:lnTo>
                    <a:pt x="18992" y="2215120"/>
                  </a:lnTo>
                  <a:lnTo>
                    <a:pt x="22395" y="2259172"/>
                  </a:lnTo>
                  <a:lnTo>
                    <a:pt x="26492" y="2299936"/>
                  </a:lnTo>
                  <a:lnTo>
                    <a:pt x="31272" y="2336927"/>
                  </a:lnTo>
                  <a:lnTo>
                    <a:pt x="35749" y="2378866"/>
                  </a:lnTo>
                  <a:lnTo>
                    <a:pt x="37604" y="2422991"/>
                  </a:lnTo>
                  <a:lnTo>
                    <a:pt x="37380" y="2469064"/>
                  </a:lnTo>
                  <a:lnTo>
                    <a:pt x="35618" y="2516848"/>
                  </a:lnTo>
                  <a:lnTo>
                    <a:pt x="32862" y="2566105"/>
                  </a:lnTo>
                  <a:lnTo>
                    <a:pt x="29653" y="2616596"/>
                  </a:lnTo>
                  <a:lnTo>
                    <a:pt x="26534" y="2668086"/>
                  </a:lnTo>
                  <a:lnTo>
                    <a:pt x="24047" y="2720335"/>
                  </a:lnTo>
                  <a:lnTo>
                    <a:pt x="22735" y="2773106"/>
                  </a:lnTo>
                  <a:lnTo>
                    <a:pt x="23140" y="2826162"/>
                  </a:lnTo>
                  <a:lnTo>
                    <a:pt x="25805" y="2879264"/>
                  </a:lnTo>
                  <a:lnTo>
                    <a:pt x="31272" y="2932176"/>
                  </a:lnTo>
                  <a:lnTo>
                    <a:pt x="37017" y="2988972"/>
                  </a:lnTo>
                  <a:lnTo>
                    <a:pt x="39372" y="3044321"/>
                  </a:lnTo>
                  <a:lnTo>
                    <a:pt x="39083" y="3098256"/>
                  </a:lnTo>
                  <a:lnTo>
                    <a:pt x="36899" y="3150808"/>
                  </a:lnTo>
                  <a:lnTo>
                    <a:pt x="33565" y="3202011"/>
                  </a:lnTo>
                  <a:lnTo>
                    <a:pt x="29829" y="3251898"/>
                  </a:lnTo>
                  <a:lnTo>
                    <a:pt x="26439" y="3300500"/>
                  </a:lnTo>
                  <a:lnTo>
                    <a:pt x="24141" y="3347851"/>
                  </a:lnTo>
                  <a:lnTo>
                    <a:pt x="23682" y="3393983"/>
                  </a:lnTo>
                  <a:lnTo>
                    <a:pt x="25810" y="3438928"/>
                  </a:lnTo>
                  <a:lnTo>
                    <a:pt x="31272" y="3482721"/>
                  </a:lnTo>
                  <a:lnTo>
                    <a:pt x="35077" y="3508061"/>
                  </a:lnTo>
                  <a:lnTo>
                    <a:pt x="38387" y="3536512"/>
                  </a:lnTo>
                  <a:lnTo>
                    <a:pt x="43586" y="3602399"/>
                  </a:lnTo>
                  <a:lnTo>
                    <a:pt x="46994" y="3679685"/>
                  </a:lnTo>
                  <a:lnTo>
                    <a:pt x="48066" y="3722383"/>
                  </a:lnTo>
                  <a:lnTo>
                    <a:pt x="48737" y="3767670"/>
                  </a:lnTo>
                  <a:lnTo>
                    <a:pt x="49023" y="3815457"/>
                  </a:lnTo>
                  <a:lnTo>
                    <a:pt x="48941" y="3865657"/>
                  </a:lnTo>
                  <a:lnTo>
                    <a:pt x="48505" y="3918184"/>
                  </a:lnTo>
                  <a:lnTo>
                    <a:pt x="47731" y="3972949"/>
                  </a:lnTo>
                  <a:lnTo>
                    <a:pt x="46636" y="4029865"/>
                  </a:lnTo>
                  <a:lnTo>
                    <a:pt x="45234" y="4088846"/>
                  </a:lnTo>
                  <a:lnTo>
                    <a:pt x="43541" y="4149804"/>
                  </a:lnTo>
                  <a:lnTo>
                    <a:pt x="41574" y="4212651"/>
                  </a:lnTo>
                  <a:lnTo>
                    <a:pt x="39348" y="4277302"/>
                  </a:lnTo>
                  <a:lnTo>
                    <a:pt x="36878" y="4343667"/>
                  </a:lnTo>
                  <a:lnTo>
                    <a:pt x="34181" y="4411660"/>
                  </a:lnTo>
                  <a:lnTo>
                    <a:pt x="31272" y="4481195"/>
                  </a:lnTo>
                  <a:lnTo>
                    <a:pt x="23906" y="4481576"/>
                  </a:lnTo>
                  <a:lnTo>
                    <a:pt x="20477" y="4481195"/>
                  </a:lnTo>
                  <a:lnTo>
                    <a:pt x="12984" y="4481195"/>
                  </a:lnTo>
                  <a:lnTo>
                    <a:pt x="13334" y="4440781"/>
                  </a:lnTo>
                  <a:lnTo>
                    <a:pt x="12976" y="4396722"/>
                  </a:lnTo>
                  <a:lnTo>
                    <a:pt x="12089" y="4349612"/>
                  </a:lnTo>
                  <a:lnTo>
                    <a:pt x="10849" y="4300042"/>
                  </a:lnTo>
                  <a:lnTo>
                    <a:pt x="9432" y="4248606"/>
                  </a:lnTo>
                  <a:lnTo>
                    <a:pt x="8017" y="4195897"/>
                  </a:lnTo>
                  <a:lnTo>
                    <a:pt x="6778" y="4142509"/>
                  </a:lnTo>
                  <a:lnTo>
                    <a:pt x="5895" y="4089033"/>
                  </a:lnTo>
                  <a:lnTo>
                    <a:pt x="5542" y="4036064"/>
                  </a:lnTo>
                  <a:lnTo>
                    <a:pt x="5898" y="3984195"/>
                  </a:lnTo>
                  <a:lnTo>
                    <a:pt x="7139" y="3934018"/>
                  </a:lnTo>
                  <a:lnTo>
                    <a:pt x="9442" y="3886127"/>
                  </a:lnTo>
                  <a:lnTo>
                    <a:pt x="12984" y="3841115"/>
                  </a:lnTo>
                  <a:lnTo>
                    <a:pt x="17455" y="3791735"/>
                  </a:lnTo>
                  <a:lnTo>
                    <a:pt x="20919" y="3745411"/>
                  </a:lnTo>
                  <a:lnTo>
                    <a:pt x="23413" y="3701081"/>
                  </a:lnTo>
                  <a:lnTo>
                    <a:pt x="24974" y="3657682"/>
                  </a:lnTo>
                  <a:lnTo>
                    <a:pt x="25642" y="3614151"/>
                  </a:lnTo>
                  <a:lnTo>
                    <a:pt x="25453" y="3569426"/>
                  </a:lnTo>
                  <a:lnTo>
                    <a:pt x="24445" y="3522444"/>
                  </a:lnTo>
                  <a:lnTo>
                    <a:pt x="22657" y="3472142"/>
                  </a:lnTo>
                  <a:lnTo>
                    <a:pt x="20125" y="3417459"/>
                  </a:lnTo>
                  <a:lnTo>
                    <a:pt x="16888" y="3357331"/>
                  </a:lnTo>
                  <a:lnTo>
                    <a:pt x="12984" y="3290697"/>
                  </a:lnTo>
                  <a:lnTo>
                    <a:pt x="10257" y="3236285"/>
                  </a:lnTo>
                  <a:lnTo>
                    <a:pt x="8605" y="3183306"/>
                  </a:lnTo>
                  <a:lnTo>
                    <a:pt x="7866" y="3131490"/>
                  </a:lnTo>
                  <a:lnTo>
                    <a:pt x="7874" y="3080566"/>
                  </a:lnTo>
                  <a:lnTo>
                    <a:pt x="8467" y="3030264"/>
                  </a:lnTo>
                  <a:lnTo>
                    <a:pt x="9478" y="2980314"/>
                  </a:lnTo>
                  <a:lnTo>
                    <a:pt x="10746" y="2930445"/>
                  </a:lnTo>
                  <a:lnTo>
                    <a:pt x="12104" y="2880388"/>
                  </a:lnTo>
                  <a:lnTo>
                    <a:pt x="13390" y="2829872"/>
                  </a:lnTo>
                  <a:lnTo>
                    <a:pt x="14439" y="2778627"/>
                  </a:lnTo>
                  <a:lnTo>
                    <a:pt x="15087" y="2726383"/>
                  </a:lnTo>
                  <a:lnTo>
                    <a:pt x="15170" y="2672870"/>
                  </a:lnTo>
                  <a:lnTo>
                    <a:pt x="14524" y="2617817"/>
                  </a:lnTo>
                  <a:lnTo>
                    <a:pt x="12984" y="2560955"/>
                  </a:lnTo>
                  <a:lnTo>
                    <a:pt x="11204" y="2496006"/>
                  </a:lnTo>
                  <a:lnTo>
                    <a:pt x="10479" y="2435776"/>
                  </a:lnTo>
                  <a:lnTo>
                    <a:pt x="10591" y="2379686"/>
                  </a:lnTo>
                  <a:lnTo>
                    <a:pt x="11319" y="2327157"/>
                  </a:lnTo>
                  <a:lnTo>
                    <a:pt x="12444" y="2277611"/>
                  </a:lnTo>
                  <a:lnTo>
                    <a:pt x="13746" y="2230469"/>
                  </a:lnTo>
                  <a:lnTo>
                    <a:pt x="15006" y="2185152"/>
                  </a:lnTo>
                  <a:lnTo>
                    <a:pt x="16004" y="2141083"/>
                  </a:lnTo>
                  <a:lnTo>
                    <a:pt x="16520" y="2097682"/>
                  </a:lnTo>
                  <a:lnTo>
                    <a:pt x="16335" y="2054371"/>
                  </a:lnTo>
                  <a:lnTo>
                    <a:pt x="15230" y="2010572"/>
                  </a:lnTo>
                  <a:lnTo>
                    <a:pt x="12984" y="1965706"/>
                  </a:lnTo>
                  <a:lnTo>
                    <a:pt x="9572" y="1913449"/>
                  </a:lnTo>
                  <a:lnTo>
                    <a:pt x="6400" y="1865197"/>
                  </a:lnTo>
                  <a:lnTo>
                    <a:pt x="3663" y="1819587"/>
                  </a:lnTo>
                  <a:lnTo>
                    <a:pt x="1554" y="1775258"/>
                  </a:lnTo>
                  <a:lnTo>
                    <a:pt x="268" y="1730851"/>
                  </a:lnTo>
                  <a:lnTo>
                    <a:pt x="0" y="1685003"/>
                  </a:lnTo>
                  <a:lnTo>
                    <a:pt x="942" y="1636354"/>
                  </a:lnTo>
                  <a:lnTo>
                    <a:pt x="3291" y="1583543"/>
                  </a:lnTo>
                  <a:lnTo>
                    <a:pt x="7240" y="1525209"/>
                  </a:lnTo>
                  <a:lnTo>
                    <a:pt x="12984" y="1459992"/>
                  </a:lnTo>
                  <a:lnTo>
                    <a:pt x="16856" y="1409447"/>
                  </a:lnTo>
                  <a:lnTo>
                    <a:pt x="19069" y="1356917"/>
                  </a:lnTo>
                  <a:lnTo>
                    <a:pt x="19889" y="1302963"/>
                  </a:lnTo>
                  <a:lnTo>
                    <a:pt x="19582" y="1248141"/>
                  </a:lnTo>
                  <a:lnTo>
                    <a:pt x="18414" y="1193010"/>
                  </a:lnTo>
                  <a:lnTo>
                    <a:pt x="16650" y="1138129"/>
                  </a:lnTo>
                  <a:lnTo>
                    <a:pt x="14556" y="1084056"/>
                  </a:lnTo>
                  <a:lnTo>
                    <a:pt x="12397" y="1031349"/>
                  </a:lnTo>
                  <a:lnTo>
                    <a:pt x="10441" y="980568"/>
                  </a:lnTo>
                  <a:lnTo>
                    <a:pt x="8952" y="932269"/>
                  </a:lnTo>
                  <a:lnTo>
                    <a:pt x="8196" y="887013"/>
                  </a:lnTo>
                  <a:lnTo>
                    <a:pt x="8439" y="845357"/>
                  </a:lnTo>
                  <a:lnTo>
                    <a:pt x="9946" y="807860"/>
                  </a:lnTo>
                  <a:lnTo>
                    <a:pt x="12984" y="775081"/>
                  </a:lnTo>
                  <a:lnTo>
                    <a:pt x="16513" y="745151"/>
                  </a:lnTo>
                  <a:lnTo>
                    <a:pt x="19796" y="711801"/>
                  </a:lnTo>
                  <a:lnTo>
                    <a:pt x="25387" y="635134"/>
                  </a:lnTo>
                  <a:lnTo>
                    <a:pt x="27575" y="591965"/>
                  </a:lnTo>
                  <a:lnTo>
                    <a:pt x="29279" y="545672"/>
                  </a:lnTo>
                  <a:lnTo>
                    <a:pt x="30438" y="496328"/>
                  </a:lnTo>
                  <a:lnTo>
                    <a:pt x="30995" y="444007"/>
                  </a:lnTo>
                  <a:lnTo>
                    <a:pt x="30888" y="388783"/>
                  </a:lnTo>
                  <a:lnTo>
                    <a:pt x="30058" y="330731"/>
                  </a:lnTo>
                  <a:lnTo>
                    <a:pt x="28447" y="269924"/>
                  </a:lnTo>
                  <a:lnTo>
                    <a:pt x="25993" y="206437"/>
                  </a:lnTo>
                  <a:lnTo>
                    <a:pt x="22638" y="140344"/>
                  </a:lnTo>
                  <a:lnTo>
                    <a:pt x="18321" y="71718"/>
                  </a:lnTo>
                  <a:lnTo>
                    <a:pt x="12984" y="635"/>
                  </a:lnTo>
                  <a:lnTo>
                    <a:pt x="18064" y="0"/>
                  </a:lnTo>
                  <a:lnTo>
                    <a:pt x="24922" y="0"/>
                  </a:lnTo>
                  <a:lnTo>
                    <a:pt x="31272" y="635"/>
                  </a:lnTo>
                  <a:close/>
                </a:path>
              </a:pathLst>
            </a:custGeom>
            <a:ln w="4267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E2993BD-DEA4-1475-524A-AEA45FF5519A}"/>
              </a:ext>
            </a:extLst>
          </p:cNvPr>
          <p:cNvSpPr txBox="1"/>
          <p:nvPr/>
        </p:nvSpPr>
        <p:spPr>
          <a:xfrm>
            <a:off x="381000" y="2819400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 Light"/>
                <a:cs typeface="Calibri Light"/>
              </a:rPr>
              <a:t>Sections</a:t>
            </a:r>
            <a:r>
              <a:rPr lang="en-US" sz="4000" spc="-9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lang="en-US" sz="4000">
                <a:solidFill>
                  <a:srgbClr val="FFFFFF"/>
                </a:solidFill>
                <a:latin typeface="Calibri Light"/>
                <a:cs typeface="Calibri Light"/>
              </a:rPr>
              <a:t>in </a:t>
            </a:r>
            <a:r>
              <a:rPr lang="en-US" sz="4000" spc="-107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lang="en-US" sz="4000" spc="-100">
                <a:solidFill>
                  <a:srgbClr val="FFFFFF"/>
                </a:solidFill>
                <a:latin typeface="Calibri Light"/>
                <a:cs typeface="Calibri Light"/>
              </a:rPr>
              <a:t>Tosca</a:t>
            </a:r>
            <a:endParaRPr lang="en-US"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92056" y="4497323"/>
            <a:ext cx="2042160" cy="2040889"/>
          </a:xfrm>
          <a:custGeom>
            <a:avLst/>
            <a:gdLst/>
            <a:ahLst/>
            <a:cxnLst/>
            <a:rect l="l" t="t" r="r" b="b"/>
            <a:pathLst>
              <a:path w="2042159" h="2040890">
                <a:moveTo>
                  <a:pt x="0" y="2040636"/>
                </a:moveTo>
                <a:lnTo>
                  <a:pt x="48205" y="2040078"/>
                </a:lnTo>
                <a:lnTo>
                  <a:pt x="96136" y="2038414"/>
                </a:lnTo>
                <a:lnTo>
                  <a:pt x="143781" y="2035656"/>
                </a:lnTo>
                <a:lnTo>
                  <a:pt x="191128" y="2031816"/>
                </a:lnTo>
                <a:lnTo>
                  <a:pt x="238165" y="2026907"/>
                </a:lnTo>
                <a:lnTo>
                  <a:pt x="284878" y="2020939"/>
                </a:lnTo>
                <a:lnTo>
                  <a:pt x="331257" y="2013927"/>
                </a:lnTo>
                <a:lnTo>
                  <a:pt x="377288" y="2005882"/>
                </a:lnTo>
                <a:lnTo>
                  <a:pt x="422959" y="1996815"/>
                </a:lnTo>
                <a:lnTo>
                  <a:pt x="468258" y="1986741"/>
                </a:lnTo>
                <a:lnTo>
                  <a:pt x="513174" y="1975670"/>
                </a:lnTo>
                <a:lnTo>
                  <a:pt x="557693" y="1963615"/>
                </a:lnTo>
                <a:lnTo>
                  <a:pt x="601803" y="1950588"/>
                </a:lnTo>
                <a:lnTo>
                  <a:pt x="645493" y="1936602"/>
                </a:lnTo>
                <a:lnTo>
                  <a:pt x="688749" y="1921669"/>
                </a:lnTo>
                <a:lnTo>
                  <a:pt x="731560" y="1905801"/>
                </a:lnTo>
                <a:lnTo>
                  <a:pt x="773913" y="1889010"/>
                </a:lnTo>
                <a:lnTo>
                  <a:pt x="815796" y="1871308"/>
                </a:lnTo>
                <a:lnTo>
                  <a:pt x="857198" y="1852708"/>
                </a:lnTo>
                <a:lnTo>
                  <a:pt x="898104" y="1833223"/>
                </a:lnTo>
                <a:lnTo>
                  <a:pt x="938504" y="1812863"/>
                </a:lnTo>
                <a:lnTo>
                  <a:pt x="978385" y="1791642"/>
                </a:lnTo>
                <a:lnTo>
                  <a:pt x="1017735" y="1769572"/>
                </a:lnTo>
                <a:lnTo>
                  <a:pt x="1056541" y="1746665"/>
                </a:lnTo>
                <a:lnTo>
                  <a:pt x="1094792" y="1722933"/>
                </a:lnTo>
                <a:lnTo>
                  <a:pt x="1132475" y="1698388"/>
                </a:lnTo>
                <a:lnTo>
                  <a:pt x="1169577" y="1673043"/>
                </a:lnTo>
                <a:lnTo>
                  <a:pt x="1206087" y="1646911"/>
                </a:lnTo>
                <a:lnTo>
                  <a:pt x="1241992" y="1620002"/>
                </a:lnTo>
                <a:lnTo>
                  <a:pt x="1277280" y="1592330"/>
                </a:lnTo>
                <a:lnTo>
                  <a:pt x="1311939" y="1563907"/>
                </a:lnTo>
                <a:lnTo>
                  <a:pt x="1345957" y="1534745"/>
                </a:lnTo>
                <a:lnTo>
                  <a:pt x="1379320" y="1504856"/>
                </a:lnTo>
                <a:lnTo>
                  <a:pt x="1412018" y="1474252"/>
                </a:lnTo>
                <a:lnTo>
                  <a:pt x="1444037" y="1442947"/>
                </a:lnTo>
                <a:lnTo>
                  <a:pt x="1475366" y="1410951"/>
                </a:lnTo>
                <a:lnTo>
                  <a:pt x="1505992" y="1378277"/>
                </a:lnTo>
                <a:lnTo>
                  <a:pt x="1535903" y="1344938"/>
                </a:lnTo>
                <a:lnTo>
                  <a:pt x="1565086" y="1310946"/>
                </a:lnTo>
                <a:lnTo>
                  <a:pt x="1593530" y="1276313"/>
                </a:lnTo>
                <a:lnTo>
                  <a:pt x="1621223" y="1241051"/>
                </a:lnTo>
                <a:lnTo>
                  <a:pt x="1648151" y="1205172"/>
                </a:lnTo>
                <a:lnTo>
                  <a:pt x="1674302" y="1168689"/>
                </a:lnTo>
                <a:lnTo>
                  <a:pt x="1699666" y="1131614"/>
                </a:lnTo>
                <a:lnTo>
                  <a:pt x="1724228" y="1093960"/>
                </a:lnTo>
                <a:lnTo>
                  <a:pt x="1747977" y="1055738"/>
                </a:lnTo>
                <a:lnTo>
                  <a:pt x="1770901" y="1016960"/>
                </a:lnTo>
                <a:lnTo>
                  <a:pt x="1792987" y="977640"/>
                </a:lnTo>
                <a:lnTo>
                  <a:pt x="1814224" y="937789"/>
                </a:lnTo>
                <a:lnTo>
                  <a:pt x="1834598" y="897419"/>
                </a:lnTo>
                <a:lnTo>
                  <a:pt x="1854098" y="856543"/>
                </a:lnTo>
                <a:lnTo>
                  <a:pt x="1872711" y="815173"/>
                </a:lnTo>
                <a:lnTo>
                  <a:pt x="1890425" y="773321"/>
                </a:lnTo>
                <a:lnTo>
                  <a:pt x="1907228" y="731000"/>
                </a:lnTo>
                <a:lnTo>
                  <a:pt x="1923108" y="688221"/>
                </a:lnTo>
                <a:lnTo>
                  <a:pt x="1938052" y="644998"/>
                </a:lnTo>
                <a:lnTo>
                  <a:pt x="1952048" y="601341"/>
                </a:lnTo>
                <a:lnTo>
                  <a:pt x="1965084" y="557265"/>
                </a:lnTo>
                <a:lnTo>
                  <a:pt x="1977148" y="512779"/>
                </a:lnTo>
                <a:lnTo>
                  <a:pt x="1988226" y="467898"/>
                </a:lnTo>
                <a:lnTo>
                  <a:pt x="1998308" y="422633"/>
                </a:lnTo>
                <a:lnTo>
                  <a:pt x="2007381" y="376997"/>
                </a:lnTo>
                <a:lnTo>
                  <a:pt x="2015432" y="331001"/>
                </a:lnTo>
                <a:lnTo>
                  <a:pt x="2022449" y="284658"/>
                </a:lnTo>
                <a:lnTo>
                  <a:pt x="2028421" y="237981"/>
                </a:lnTo>
                <a:lnTo>
                  <a:pt x="2033334" y="190980"/>
                </a:lnTo>
                <a:lnTo>
                  <a:pt x="2037177" y="143670"/>
                </a:lnTo>
                <a:lnTo>
                  <a:pt x="2039937" y="96062"/>
                </a:lnTo>
                <a:lnTo>
                  <a:pt x="2041602" y="48167"/>
                </a:lnTo>
                <a:lnTo>
                  <a:pt x="2042160" y="0"/>
                </a:lnTo>
              </a:path>
            </a:pathLst>
          </a:custGeom>
          <a:ln w="128016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10743" y="1002247"/>
            <a:ext cx="6929591" cy="4176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94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000" u="heavy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TestCases</a:t>
            </a:r>
            <a:r>
              <a:rPr sz="2000" u="heavy" spc="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section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where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you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create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your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sz="2000" spc="-25" dirty="0">
                <a:latin typeface="Calibri"/>
                <a:cs typeface="Calibri"/>
              </a:rPr>
              <a:t>TestCases,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which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up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series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30" dirty="0" err="1">
                <a:latin typeface="Calibri"/>
                <a:cs typeface="Calibri"/>
              </a:rPr>
              <a:t>TestSteps</a:t>
            </a:r>
            <a:r>
              <a:rPr sz="2000" spc="-3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ts val="1730"/>
              </a:lnSpc>
              <a:spcBef>
                <a:spcPts val="5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0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Modules</a:t>
            </a:r>
            <a:r>
              <a:rPr sz="2000" u="heavy" spc="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0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section</a:t>
            </a:r>
            <a:r>
              <a:rPr sz="2000" spc="-5" dirty="0">
                <a:latin typeface="Calibri"/>
                <a:cs typeface="Calibri"/>
              </a:rPr>
              <a:t>,,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allows</a:t>
            </a:r>
            <a:r>
              <a:rPr sz="2000" spc="-10" dirty="0">
                <a:latin typeface="Calibri"/>
                <a:cs typeface="Calibri"/>
              </a:rPr>
              <a:t> you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create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modules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Test</a:t>
            </a:r>
            <a:r>
              <a:rPr lang="en-IN" sz="2000" spc="-25" dirty="0">
                <a:latin typeface="Calibri"/>
                <a:cs typeface="Calibri"/>
              </a:rPr>
              <a:t>c</a:t>
            </a:r>
            <a:r>
              <a:rPr sz="2000" spc="-25" dirty="0" err="1">
                <a:latin typeface="Calibri"/>
                <a:cs typeface="Calibri"/>
              </a:rPr>
              <a:t>ases</a:t>
            </a:r>
            <a:r>
              <a:rPr sz="2000" spc="-25" dirty="0">
                <a:latin typeface="Calibri"/>
                <a:cs typeface="Calibri"/>
              </a:rPr>
              <a:t>.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These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modules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contain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technical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 </a:t>
            </a:r>
            <a:r>
              <a:rPr sz="2000" spc="-5" dirty="0">
                <a:latin typeface="Calibri"/>
                <a:cs typeface="Calibri"/>
              </a:rPr>
              <a:t> 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steer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objects.</a:t>
            </a:r>
            <a:endParaRPr sz="2000" dirty="0">
              <a:latin typeface="Calibri"/>
              <a:cs typeface="Calibri"/>
            </a:endParaRPr>
          </a:p>
          <a:p>
            <a:pPr marL="12700" marR="113664">
              <a:lnSpc>
                <a:spcPct val="8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Execution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section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where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actual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 </a:t>
            </a:r>
            <a:r>
              <a:rPr sz="2000" spc="-15" dirty="0">
                <a:latin typeface="Calibri"/>
                <a:cs typeface="Calibri"/>
              </a:rPr>
              <a:t> execution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performed.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this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section,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results </a:t>
            </a:r>
            <a:r>
              <a:rPr sz="2000" spc="-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tests.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You</a:t>
            </a:r>
            <a:r>
              <a:rPr sz="2000" spc="-10" dirty="0">
                <a:latin typeface="Calibri"/>
                <a:cs typeface="Calibri"/>
              </a:rPr>
              <a:t> can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also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conduct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exploratory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testing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-10" dirty="0">
                <a:latin typeface="Calibri"/>
                <a:cs typeface="Calibri"/>
              </a:rPr>
              <a:t>boost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your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distributed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execution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section.</a:t>
            </a:r>
            <a:endParaRPr sz="2000" dirty="0">
              <a:latin typeface="Calibri"/>
              <a:cs typeface="Calibri"/>
            </a:endParaRPr>
          </a:p>
          <a:p>
            <a:pPr marL="12700" marR="158115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000" u="heavy" spc="-20" dirty="0" err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TestCase</a:t>
            </a:r>
            <a:r>
              <a:rPr sz="2000" u="heavy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-Design</a:t>
            </a:r>
            <a:r>
              <a:rPr sz="2000" u="heavy" spc="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0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section</a:t>
            </a:r>
            <a:r>
              <a:rPr sz="2000" spc="-5" dirty="0">
                <a:latin typeface="Calibri"/>
                <a:cs typeface="Calibri"/>
              </a:rPr>
              <a:t>,,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enables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</a:t>
            </a:r>
            <a:r>
              <a:rPr sz="2000" spc="-15" dirty="0">
                <a:latin typeface="Calibri"/>
                <a:cs typeface="Calibri"/>
              </a:rPr>
              <a:t> 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your </a:t>
            </a:r>
            <a:r>
              <a:rPr sz="2000" spc="-3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into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logical </a:t>
            </a:r>
            <a:r>
              <a:rPr sz="2000" spc="-15" dirty="0">
                <a:latin typeface="Calibri"/>
                <a:cs typeface="Calibri"/>
              </a:rPr>
              <a:t>structure.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section,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 can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create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 err="1">
                <a:latin typeface="Calibri"/>
                <a:cs typeface="Calibri"/>
              </a:rPr>
              <a:t>TestSheet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show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possible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combinations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TestCases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required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ensure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full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coverage.</a:t>
            </a:r>
            <a:endParaRPr sz="2000" dirty="0">
              <a:latin typeface="Calibri"/>
              <a:cs typeface="Calibri"/>
            </a:endParaRPr>
          </a:p>
          <a:p>
            <a:pPr marL="12700" marR="340995" algn="just">
              <a:lnSpc>
                <a:spcPct val="8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000" u="heavy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Requirements </a:t>
            </a:r>
            <a:r>
              <a:rPr sz="2000" u="heavy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section</a:t>
            </a:r>
            <a:r>
              <a:rPr sz="2000" spc="-5" dirty="0">
                <a:latin typeface="Calibri"/>
                <a:cs typeface="Calibri"/>
              </a:rPr>
              <a:t>, allows </a:t>
            </a:r>
            <a:r>
              <a:rPr sz="2000" spc="-10" dirty="0">
                <a:latin typeface="Calibri"/>
                <a:cs typeface="Calibri"/>
              </a:rPr>
              <a:t>you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specify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requirements for </a:t>
            </a:r>
            <a:r>
              <a:rPr sz="2000" spc="-10" dirty="0">
                <a:latin typeface="Calibri"/>
                <a:cs typeface="Calibri"/>
              </a:rPr>
              <a:t>your </a:t>
            </a:r>
            <a:r>
              <a:rPr sz="2000" spc="-25" dirty="0">
                <a:latin typeface="Calibri"/>
                <a:cs typeface="Calibri"/>
              </a:rPr>
              <a:t>TestCases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10" dirty="0">
                <a:latin typeface="Calibri"/>
                <a:cs typeface="Calibri"/>
              </a:rPr>
              <a:t>well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assign risk </a:t>
            </a:r>
            <a:r>
              <a:rPr sz="2000" spc="-20" dirty="0">
                <a:latin typeface="Calibri"/>
                <a:cs typeface="Calibri"/>
              </a:rPr>
              <a:t>coverage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efficient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testing.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5339" y="1443939"/>
            <a:ext cx="361569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40" dirty="0">
                <a:latin typeface="Calibri Light"/>
                <a:cs typeface="Calibri Light"/>
              </a:rPr>
              <a:t>Types</a:t>
            </a:r>
            <a:r>
              <a:rPr sz="4000" spc="-8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30" dirty="0">
                <a:latin typeface="Calibri Light"/>
                <a:cs typeface="Calibri Light"/>
              </a:rPr>
              <a:t> </a:t>
            </a:r>
            <a:r>
              <a:rPr sz="4000" spc="5" dirty="0">
                <a:latin typeface="Calibri Light"/>
                <a:cs typeface="Calibri Light"/>
              </a:rPr>
              <a:t>Modules</a:t>
            </a:r>
            <a:endParaRPr sz="40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8457" y="2403169"/>
            <a:ext cx="6553200" cy="1961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ts val="228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80" dirty="0">
                <a:cs typeface="Franklin Gothic Medium"/>
              </a:rPr>
              <a:t>I</a:t>
            </a:r>
            <a:r>
              <a:rPr sz="2000" spc="-150" dirty="0">
                <a:cs typeface="Franklin Gothic Medium"/>
              </a:rPr>
              <a:t>n</a:t>
            </a:r>
            <a:r>
              <a:rPr sz="2000" spc="-120" dirty="0">
                <a:cs typeface="Franklin Gothic Medium"/>
              </a:rPr>
              <a:t> </a:t>
            </a:r>
            <a:r>
              <a:rPr sz="2000" spc="-300" dirty="0" err="1">
                <a:cs typeface="Franklin Gothic Medium"/>
              </a:rPr>
              <a:t>T</a:t>
            </a:r>
            <a:r>
              <a:rPr sz="2000" spc="-114" dirty="0" err="1">
                <a:cs typeface="Franklin Gothic Medium"/>
              </a:rPr>
              <a:t>r</a:t>
            </a:r>
            <a:r>
              <a:rPr sz="2000" spc="-60" dirty="0" err="1">
                <a:cs typeface="Franklin Gothic Medium"/>
              </a:rPr>
              <a:t>i</a:t>
            </a:r>
            <a:r>
              <a:rPr sz="2000" spc="-155" dirty="0" err="1">
                <a:cs typeface="Franklin Gothic Medium"/>
              </a:rPr>
              <a:t>cen</a:t>
            </a:r>
            <a:r>
              <a:rPr sz="2000" spc="-95" dirty="0" err="1">
                <a:cs typeface="Franklin Gothic Medium"/>
              </a:rPr>
              <a:t>t</a:t>
            </a:r>
            <a:r>
              <a:rPr sz="2000" spc="-60" dirty="0" err="1">
                <a:cs typeface="Franklin Gothic Medium"/>
              </a:rPr>
              <a:t>i</a:t>
            </a:r>
            <a:r>
              <a:rPr sz="2000" spc="-130" dirty="0" err="1">
                <a:cs typeface="Franklin Gothic Medium"/>
              </a:rPr>
              <a:t>s</a:t>
            </a:r>
            <a:r>
              <a:rPr sz="2000" spc="-110" dirty="0">
                <a:cs typeface="Franklin Gothic Medium"/>
              </a:rPr>
              <a:t> </a:t>
            </a:r>
            <a:r>
              <a:rPr sz="2000" spc="-300" dirty="0">
                <a:cs typeface="Franklin Gothic Medium"/>
              </a:rPr>
              <a:t>T</a:t>
            </a:r>
            <a:r>
              <a:rPr sz="2000" spc="-140" dirty="0">
                <a:cs typeface="Franklin Gothic Medium"/>
              </a:rPr>
              <a:t>osca</a:t>
            </a:r>
            <a:r>
              <a:rPr sz="2000" spc="-95" dirty="0">
                <a:cs typeface="Franklin Gothic Medium"/>
              </a:rPr>
              <a:t> </a:t>
            </a:r>
            <a:r>
              <a:rPr sz="2000" spc="-270" dirty="0">
                <a:cs typeface="Franklin Gothic Medium"/>
              </a:rPr>
              <a:t>w</a:t>
            </a:r>
            <a:r>
              <a:rPr sz="2000" spc="-170" dirty="0">
                <a:cs typeface="Franklin Gothic Medium"/>
              </a:rPr>
              <a:t>e</a:t>
            </a:r>
            <a:r>
              <a:rPr sz="2000" spc="-114" dirty="0">
                <a:cs typeface="Franklin Gothic Medium"/>
              </a:rPr>
              <a:t> </a:t>
            </a:r>
            <a:r>
              <a:rPr sz="2000" spc="-170" dirty="0">
                <a:cs typeface="Franklin Gothic Medium"/>
              </a:rPr>
              <a:t>h</a:t>
            </a:r>
            <a:r>
              <a:rPr sz="2000" spc="-175" dirty="0">
                <a:cs typeface="Franklin Gothic Medium"/>
              </a:rPr>
              <a:t>av</a:t>
            </a:r>
            <a:r>
              <a:rPr sz="2000" spc="-170" dirty="0">
                <a:cs typeface="Franklin Gothic Medium"/>
              </a:rPr>
              <a:t>e</a:t>
            </a:r>
            <a:r>
              <a:rPr sz="2000" spc="-114" dirty="0">
                <a:cs typeface="Franklin Gothic Medium"/>
              </a:rPr>
              <a:t> </a:t>
            </a:r>
            <a:r>
              <a:rPr sz="2000" spc="-100" dirty="0">
                <a:cs typeface="Franklin Gothic Medium"/>
              </a:rPr>
              <a:t>t</a:t>
            </a:r>
            <a:r>
              <a:rPr sz="2000" spc="-270" dirty="0">
                <a:cs typeface="Franklin Gothic Medium"/>
              </a:rPr>
              <a:t>w</a:t>
            </a:r>
            <a:r>
              <a:rPr sz="2000" spc="-145" dirty="0">
                <a:cs typeface="Franklin Gothic Medium"/>
              </a:rPr>
              <a:t>o</a:t>
            </a:r>
            <a:r>
              <a:rPr sz="2000" spc="-130" dirty="0">
                <a:cs typeface="Franklin Gothic Medium"/>
              </a:rPr>
              <a:t> </a:t>
            </a:r>
            <a:r>
              <a:rPr sz="2000" spc="-95" dirty="0">
                <a:cs typeface="Franklin Gothic Medium"/>
              </a:rPr>
              <a:t>t</a:t>
            </a:r>
            <a:r>
              <a:rPr sz="2000" spc="-170" dirty="0">
                <a:cs typeface="Franklin Gothic Medium"/>
              </a:rPr>
              <a:t>y</a:t>
            </a:r>
            <a:r>
              <a:rPr sz="2000" spc="-125" dirty="0">
                <a:cs typeface="Franklin Gothic Medium"/>
              </a:rPr>
              <a:t>p</a:t>
            </a:r>
            <a:r>
              <a:rPr sz="2000" spc="-150" dirty="0">
                <a:cs typeface="Franklin Gothic Medium"/>
              </a:rPr>
              <a:t>es</a:t>
            </a:r>
            <a:r>
              <a:rPr sz="2000" spc="-155" dirty="0">
                <a:cs typeface="Franklin Gothic Medium"/>
              </a:rPr>
              <a:t> </a:t>
            </a:r>
            <a:r>
              <a:rPr sz="2000" spc="-135" dirty="0">
                <a:cs typeface="Franklin Gothic Medium"/>
              </a:rPr>
              <a:t>of</a:t>
            </a:r>
            <a:endParaRPr sz="2000" dirty="0">
              <a:cs typeface="Franklin Gothic Medium"/>
            </a:endParaRPr>
          </a:p>
          <a:p>
            <a:pPr marL="241300">
              <a:lnSpc>
                <a:spcPts val="2280"/>
              </a:lnSpc>
            </a:pPr>
            <a:r>
              <a:rPr sz="2000" spc="-190" dirty="0">
                <a:cs typeface="Franklin Gothic Medium"/>
              </a:rPr>
              <a:t>M</a:t>
            </a:r>
            <a:r>
              <a:rPr sz="2000" spc="-140" dirty="0">
                <a:cs typeface="Franklin Gothic Medium"/>
              </a:rPr>
              <a:t>odu</a:t>
            </a:r>
            <a:r>
              <a:rPr sz="2000" spc="-75" dirty="0">
                <a:cs typeface="Franklin Gothic Medium"/>
              </a:rPr>
              <a:t>l</a:t>
            </a:r>
            <a:r>
              <a:rPr sz="2000" spc="-160" dirty="0">
                <a:cs typeface="Franklin Gothic Medium"/>
              </a:rPr>
              <a:t>e</a:t>
            </a:r>
            <a:r>
              <a:rPr sz="2000" spc="-130" dirty="0">
                <a:cs typeface="Franklin Gothic Medium"/>
              </a:rPr>
              <a:t>s</a:t>
            </a:r>
            <a:r>
              <a:rPr sz="2000" spc="-5" dirty="0">
                <a:cs typeface="Franklin Gothic Medium"/>
              </a:rPr>
              <a:t>:</a:t>
            </a:r>
            <a:r>
              <a:rPr lang="en-IN" sz="2000" spc="-5" dirty="0">
                <a:cs typeface="Franklin Gothic Medium"/>
              </a:rPr>
              <a:t> Standard module </a:t>
            </a:r>
            <a:r>
              <a:rPr sz="2000" spc="-160" dirty="0">
                <a:cs typeface="Franklin Gothic Medium"/>
              </a:rPr>
              <a:t>an</a:t>
            </a:r>
            <a:r>
              <a:rPr sz="2000" spc="-155" dirty="0">
                <a:cs typeface="Franklin Gothic Medium"/>
              </a:rPr>
              <a:t>d</a:t>
            </a:r>
            <a:r>
              <a:rPr lang="en-IN" sz="2000" spc="-155" dirty="0">
                <a:cs typeface="Franklin Gothic Medium"/>
              </a:rPr>
              <a:t> Created module </a:t>
            </a:r>
            <a:endParaRPr sz="2000" dirty="0">
              <a:latin typeface="+mj-lt"/>
              <a:cs typeface="Franklin Gothic Medium"/>
            </a:endParaRPr>
          </a:p>
          <a:p>
            <a:pPr marL="290195" indent="-278130">
              <a:lnSpc>
                <a:spcPts val="2255"/>
              </a:lnSpc>
              <a:spcBef>
                <a:spcPts val="745"/>
              </a:spcBef>
              <a:buFont typeface="Arial MT"/>
              <a:buChar char="•"/>
              <a:tabLst>
                <a:tab pos="290195" algn="l"/>
                <a:tab pos="290830" algn="l"/>
              </a:tabLst>
            </a:pPr>
            <a:r>
              <a:rPr lang="en-IN" sz="2000" spc="-204" dirty="0">
                <a:cs typeface="Franklin Gothic Medium"/>
              </a:rPr>
              <a:t>Standard  </a:t>
            </a:r>
            <a:r>
              <a:rPr sz="2000" spc="-204" dirty="0">
                <a:cs typeface="Franklin Gothic Medium"/>
              </a:rPr>
              <a:t>M</a:t>
            </a:r>
            <a:r>
              <a:rPr sz="2000" spc="-170" dirty="0">
                <a:cs typeface="Franklin Gothic Medium"/>
              </a:rPr>
              <a:t>o</a:t>
            </a:r>
            <a:r>
              <a:rPr sz="2000" spc="-125" dirty="0">
                <a:cs typeface="Franklin Gothic Medium"/>
              </a:rPr>
              <a:t>d</a:t>
            </a:r>
            <a:r>
              <a:rPr sz="2000" spc="-150" dirty="0">
                <a:cs typeface="Franklin Gothic Medium"/>
              </a:rPr>
              <a:t>u</a:t>
            </a:r>
            <a:r>
              <a:rPr sz="2000" spc="-85" dirty="0">
                <a:cs typeface="Franklin Gothic Medium"/>
              </a:rPr>
              <a:t>l</a:t>
            </a:r>
            <a:r>
              <a:rPr sz="2000" spc="-150" dirty="0">
                <a:cs typeface="Franklin Gothic Medium"/>
              </a:rPr>
              <a:t>es</a:t>
            </a:r>
            <a:r>
              <a:rPr sz="2000" spc="-100" dirty="0">
                <a:cs typeface="Franklin Gothic Medium"/>
              </a:rPr>
              <a:t> </a:t>
            </a:r>
            <a:r>
              <a:rPr lang="en-IN" sz="2000" spc="-100" dirty="0">
                <a:cs typeface="Franklin Gothic Medium"/>
              </a:rPr>
              <a:t>: Pre built modules provided by tosca for common task.</a:t>
            </a:r>
          </a:p>
          <a:p>
            <a:pPr marL="290195" indent="-278130">
              <a:lnSpc>
                <a:spcPts val="2255"/>
              </a:lnSpc>
              <a:spcBef>
                <a:spcPts val="745"/>
              </a:spcBef>
              <a:buFont typeface="Arial MT"/>
              <a:buChar char="•"/>
              <a:tabLst>
                <a:tab pos="290195" algn="l"/>
                <a:tab pos="290830" algn="l"/>
              </a:tabLst>
            </a:pPr>
            <a:r>
              <a:rPr lang="en-IN" sz="2000" spc="-100" dirty="0">
                <a:cs typeface="Franklin Gothic Medium"/>
              </a:rPr>
              <a:t>Created Module : Modules that we created by scanning our application</a:t>
            </a:r>
            <a:endParaRPr sz="2000" dirty="0">
              <a:cs typeface="Franklin Gothic Medi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7456" y="0"/>
            <a:ext cx="5114925" cy="6858000"/>
            <a:chOff x="7077456" y="0"/>
            <a:chExt cx="511492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2920" y="0"/>
              <a:ext cx="4069079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2920" y="0"/>
              <a:ext cx="4069079" cy="6400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2920" y="0"/>
              <a:ext cx="3611879" cy="685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7456" y="1359408"/>
              <a:ext cx="4169663" cy="4169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55741" y="651651"/>
            <a:ext cx="2049780" cy="815975"/>
          </a:xfrm>
          <a:custGeom>
            <a:avLst/>
            <a:gdLst/>
            <a:ahLst/>
            <a:cxnLst/>
            <a:rect l="l" t="t" r="r" b="b"/>
            <a:pathLst>
              <a:path w="2049779" h="815975">
                <a:moveTo>
                  <a:pt x="2049653" y="815833"/>
                </a:moveTo>
                <a:lnTo>
                  <a:pt x="2019517" y="776682"/>
                </a:lnTo>
                <a:lnTo>
                  <a:pt x="1988558" y="738403"/>
                </a:lnTo>
                <a:lnTo>
                  <a:pt x="1956794" y="701003"/>
                </a:lnTo>
                <a:lnTo>
                  <a:pt x="1924245" y="664490"/>
                </a:lnTo>
                <a:lnTo>
                  <a:pt x="1890929" y="628870"/>
                </a:lnTo>
                <a:lnTo>
                  <a:pt x="1856865" y="594150"/>
                </a:lnTo>
                <a:lnTo>
                  <a:pt x="1822072" y="560337"/>
                </a:lnTo>
                <a:lnTo>
                  <a:pt x="1786569" y="527440"/>
                </a:lnTo>
                <a:lnTo>
                  <a:pt x="1750374" y="495464"/>
                </a:lnTo>
                <a:lnTo>
                  <a:pt x="1713507" y="464416"/>
                </a:lnTo>
                <a:lnTo>
                  <a:pt x="1675986" y="434305"/>
                </a:lnTo>
                <a:lnTo>
                  <a:pt x="1637829" y="405136"/>
                </a:lnTo>
                <a:lnTo>
                  <a:pt x="1599057" y="376918"/>
                </a:lnTo>
                <a:lnTo>
                  <a:pt x="1559687" y="349657"/>
                </a:lnTo>
                <a:lnTo>
                  <a:pt x="1519738" y="323360"/>
                </a:lnTo>
                <a:lnTo>
                  <a:pt x="1479230" y="298035"/>
                </a:lnTo>
                <a:lnTo>
                  <a:pt x="1438180" y="273688"/>
                </a:lnTo>
                <a:lnTo>
                  <a:pt x="1396609" y="250327"/>
                </a:lnTo>
                <a:lnTo>
                  <a:pt x="1354534" y="227958"/>
                </a:lnTo>
                <a:lnTo>
                  <a:pt x="1311975" y="206589"/>
                </a:lnTo>
                <a:lnTo>
                  <a:pt x="1268950" y="186228"/>
                </a:lnTo>
                <a:lnTo>
                  <a:pt x="1225478" y="166880"/>
                </a:lnTo>
                <a:lnTo>
                  <a:pt x="1181578" y="148553"/>
                </a:lnTo>
                <a:lnTo>
                  <a:pt x="1137269" y="131255"/>
                </a:lnTo>
                <a:lnTo>
                  <a:pt x="1092569" y="114992"/>
                </a:lnTo>
                <a:lnTo>
                  <a:pt x="1047498" y="99771"/>
                </a:lnTo>
                <a:lnTo>
                  <a:pt x="1002074" y="85600"/>
                </a:lnTo>
                <a:lnTo>
                  <a:pt x="956316" y="72486"/>
                </a:lnTo>
                <a:lnTo>
                  <a:pt x="910243" y="60435"/>
                </a:lnTo>
                <a:lnTo>
                  <a:pt x="863873" y="49456"/>
                </a:lnTo>
                <a:lnTo>
                  <a:pt x="817226" y="39554"/>
                </a:lnTo>
                <a:lnTo>
                  <a:pt x="770320" y="30737"/>
                </a:lnTo>
                <a:lnTo>
                  <a:pt x="723175" y="23013"/>
                </a:lnTo>
                <a:lnTo>
                  <a:pt x="675808" y="16388"/>
                </a:lnTo>
                <a:lnTo>
                  <a:pt x="628239" y="10869"/>
                </a:lnTo>
                <a:lnTo>
                  <a:pt x="580487" y="6464"/>
                </a:lnTo>
                <a:lnTo>
                  <a:pt x="532570" y="3179"/>
                </a:lnTo>
                <a:lnTo>
                  <a:pt x="484507" y="1022"/>
                </a:lnTo>
                <a:lnTo>
                  <a:pt x="436317" y="0"/>
                </a:lnTo>
                <a:lnTo>
                  <a:pt x="388019" y="119"/>
                </a:lnTo>
                <a:lnTo>
                  <a:pt x="339632" y="1388"/>
                </a:lnTo>
                <a:lnTo>
                  <a:pt x="291174" y="3813"/>
                </a:lnTo>
                <a:lnTo>
                  <a:pt x="242664" y="7401"/>
                </a:lnTo>
                <a:lnTo>
                  <a:pt x="194122" y="12159"/>
                </a:lnTo>
                <a:lnTo>
                  <a:pt x="145565" y="18095"/>
                </a:lnTo>
                <a:lnTo>
                  <a:pt x="97014" y="25215"/>
                </a:lnTo>
                <a:lnTo>
                  <a:pt x="48485" y="33527"/>
                </a:lnTo>
                <a:lnTo>
                  <a:pt x="0" y="43038"/>
                </a:lnTo>
              </a:path>
            </a:pathLst>
          </a:custGeom>
          <a:ln w="127000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244" y="631393"/>
            <a:ext cx="644271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55">
                <a:latin typeface="Trebuchet MS"/>
                <a:cs typeface="Trebuchet MS"/>
              </a:rPr>
              <a:t>I</a:t>
            </a:r>
            <a:r>
              <a:rPr sz="4400" b="1" spc="-450">
                <a:latin typeface="Trebuchet MS"/>
                <a:cs typeface="Trebuchet MS"/>
              </a:rPr>
              <a:t>d</a:t>
            </a:r>
            <a:r>
              <a:rPr sz="4400" b="1" spc="-570">
                <a:latin typeface="Trebuchet MS"/>
                <a:cs typeface="Trebuchet MS"/>
              </a:rPr>
              <a:t>en</a:t>
            </a:r>
            <a:r>
              <a:rPr sz="4400" b="1" spc="-490">
                <a:latin typeface="Trebuchet MS"/>
                <a:cs typeface="Trebuchet MS"/>
              </a:rPr>
              <a:t>tif</a:t>
            </a:r>
            <a:r>
              <a:rPr sz="4400" b="1" spc="-725">
                <a:latin typeface="Trebuchet MS"/>
                <a:cs typeface="Trebuchet MS"/>
              </a:rPr>
              <a:t>y</a:t>
            </a:r>
            <a:r>
              <a:rPr sz="4400" b="1" spc="-580">
                <a:latin typeface="Trebuchet MS"/>
                <a:cs typeface="Trebuchet MS"/>
              </a:rPr>
              <a:t> </a:t>
            </a:r>
            <a:r>
              <a:rPr sz="4400" b="1" spc="-440">
                <a:latin typeface="Trebuchet MS"/>
                <a:cs typeface="Trebuchet MS"/>
              </a:rPr>
              <a:t>c</a:t>
            </a:r>
            <a:r>
              <a:rPr sz="4400" b="1" spc="-459">
                <a:latin typeface="Trebuchet MS"/>
                <a:cs typeface="Trebuchet MS"/>
              </a:rPr>
              <a:t>o</a:t>
            </a:r>
            <a:r>
              <a:rPr sz="4400" b="1" spc="-570">
                <a:latin typeface="Trebuchet MS"/>
                <a:cs typeface="Trebuchet MS"/>
              </a:rPr>
              <a:t>n</a:t>
            </a:r>
            <a:r>
              <a:rPr sz="4400" b="1" spc="-530">
                <a:latin typeface="Trebuchet MS"/>
                <a:cs typeface="Trebuchet MS"/>
              </a:rPr>
              <a:t>t</a:t>
            </a:r>
            <a:r>
              <a:rPr sz="4400" b="1" spc="-620">
                <a:latin typeface="Trebuchet MS"/>
                <a:cs typeface="Trebuchet MS"/>
              </a:rPr>
              <a:t>r</a:t>
            </a:r>
            <a:r>
              <a:rPr sz="4400" b="1" spc="-325">
                <a:latin typeface="Trebuchet MS"/>
                <a:cs typeface="Trebuchet MS"/>
              </a:rPr>
              <a:t>ols</a:t>
            </a:r>
            <a:r>
              <a:rPr sz="4400" b="1" spc="-575">
                <a:latin typeface="Trebuchet MS"/>
                <a:cs typeface="Trebuchet MS"/>
              </a:rPr>
              <a:t> </a:t>
            </a:r>
            <a:r>
              <a:rPr sz="4400" b="1" spc="-315">
                <a:latin typeface="Trebuchet MS"/>
                <a:cs typeface="Trebuchet MS"/>
              </a:rPr>
              <a:t>i</a:t>
            </a:r>
            <a:r>
              <a:rPr sz="4400" b="1" spc="-580">
                <a:latin typeface="Trebuchet MS"/>
                <a:cs typeface="Trebuchet MS"/>
              </a:rPr>
              <a:t>n</a:t>
            </a:r>
            <a:r>
              <a:rPr sz="4400" b="1" spc="-450">
                <a:latin typeface="Trebuchet MS"/>
                <a:cs typeface="Trebuchet MS"/>
              </a:rPr>
              <a:t> </a:t>
            </a:r>
            <a:r>
              <a:rPr sz="4400" b="1" spc="-1185">
                <a:latin typeface="Trebuchet MS"/>
                <a:cs typeface="Trebuchet MS"/>
              </a:rPr>
              <a:t>T</a:t>
            </a:r>
            <a:r>
              <a:rPr sz="4400" b="1" spc="-459">
                <a:latin typeface="Trebuchet MS"/>
                <a:cs typeface="Trebuchet MS"/>
              </a:rPr>
              <a:t>o</a:t>
            </a:r>
            <a:r>
              <a:rPr sz="4400" b="1" spc="-150">
                <a:latin typeface="Trebuchet MS"/>
                <a:cs typeface="Trebuchet MS"/>
              </a:rPr>
              <a:t>s</a:t>
            </a:r>
            <a:r>
              <a:rPr sz="4400" b="1" spc="-390">
                <a:latin typeface="Trebuchet MS"/>
                <a:cs typeface="Trebuchet MS"/>
              </a:rPr>
              <a:t>ca</a:t>
            </a:r>
            <a:r>
              <a:rPr sz="4400" b="1" spc="-550">
                <a:latin typeface="Trebuchet MS"/>
                <a:cs typeface="Trebuchet MS"/>
              </a:rPr>
              <a:t> </a:t>
            </a:r>
            <a:r>
              <a:rPr sz="4400" b="1" spc="-685">
                <a:latin typeface="Trebuchet MS"/>
                <a:cs typeface="Trebuchet MS"/>
              </a:rPr>
              <a:t>X</a:t>
            </a:r>
            <a:r>
              <a:rPr sz="4400" b="1" spc="20">
                <a:latin typeface="Trebuchet MS"/>
                <a:cs typeface="Trebuchet MS"/>
              </a:rPr>
              <a:t>S</a:t>
            </a:r>
            <a:r>
              <a:rPr sz="4400" b="1" spc="-440">
                <a:latin typeface="Trebuchet MS"/>
                <a:cs typeface="Trebuchet MS"/>
              </a:rPr>
              <a:t>c</a:t>
            </a:r>
            <a:r>
              <a:rPr sz="4400" b="1" spc="-450">
                <a:latin typeface="Trebuchet MS"/>
                <a:cs typeface="Trebuchet MS"/>
              </a:rPr>
              <a:t>an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244" y="1826133"/>
            <a:ext cx="5106670" cy="459548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0" dirty="0">
                <a:cs typeface="Franklin Gothic Medium"/>
              </a:rPr>
              <a:t>In </a:t>
            </a:r>
            <a:r>
              <a:rPr sz="2000" spc="-155" dirty="0">
                <a:cs typeface="Franklin Gothic Medium"/>
              </a:rPr>
              <a:t>Tosca </a:t>
            </a:r>
            <a:r>
              <a:rPr sz="2000" spc="-120" dirty="0" err="1">
                <a:cs typeface="Franklin Gothic Medium"/>
              </a:rPr>
              <a:t>XScan</a:t>
            </a:r>
            <a:r>
              <a:rPr sz="2000" spc="-120" dirty="0">
                <a:cs typeface="Franklin Gothic Medium"/>
              </a:rPr>
              <a:t>, </a:t>
            </a:r>
            <a:r>
              <a:rPr sz="2000" spc="-140" dirty="0">
                <a:cs typeface="Franklin Gothic Medium"/>
              </a:rPr>
              <a:t>you </a:t>
            </a:r>
            <a:r>
              <a:rPr sz="2000" spc="-130" dirty="0">
                <a:cs typeface="Franklin Gothic Medium"/>
              </a:rPr>
              <a:t>can </a:t>
            </a:r>
            <a:r>
              <a:rPr sz="2000" spc="-110" dirty="0">
                <a:cs typeface="Franklin Gothic Medium"/>
              </a:rPr>
              <a:t>identify </a:t>
            </a:r>
            <a:r>
              <a:rPr sz="2000" spc="-105" dirty="0">
                <a:cs typeface="Franklin Gothic Medium"/>
              </a:rPr>
              <a:t>controls </a:t>
            </a:r>
            <a:r>
              <a:rPr sz="2000" spc="-95" dirty="0">
                <a:cs typeface="Franklin Gothic Medium"/>
              </a:rPr>
              <a:t>in </a:t>
            </a:r>
            <a:r>
              <a:rPr sz="2000" spc="-130" dirty="0">
                <a:cs typeface="Franklin Gothic Medium"/>
              </a:rPr>
              <a:t>your </a:t>
            </a:r>
            <a:r>
              <a:rPr sz="2000" spc="-114" dirty="0">
                <a:cs typeface="Franklin Gothic Medium"/>
              </a:rPr>
              <a:t>test </a:t>
            </a:r>
            <a:r>
              <a:rPr sz="2000" spc="-110" dirty="0">
                <a:cs typeface="Franklin Gothic Medium"/>
              </a:rPr>
              <a:t> </a:t>
            </a:r>
            <a:r>
              <a:rPr sz="2000" spc="-100" dirty="0">
                <a:cs typeface="Franklin Gothic Medium"/>
              </a:rPr>
              <a:t>application </a:t>
            </a:r>
            <a:r>
              <a:rPr sz="2000" spc="-145" dirty="0">
                <a:cs typeface="Franklin Gothic Medium"/>
              </a:rPr>
              <a:t>by </a:t>
            </a:r>
            <a:r>
              <a:rPr sz="2000" spc="-114" dirty="0">
                <a:cs typeface="Franklin Gothic Medium"/>
              </a:rPr>
              <a:t>using multiple </a:t>
            </a:r>
            <a:r>
              <a:rPr sz="2000" spc="-100" dirty="0">
                <a:cs typeface="Franklin Gothic Medium"/>
              </a:rPr>
              <a:t>identification </a:t>
            </a:r>
            <a:r>
              <a:rPr sz="2000" spc="-135" dirty="0">
                <a:cs typeface="Franklin Gothic Medium"/>
              </a:rPr>
              <a:t>methods. </a:t>
            </a:r>
            <a:r>
              <a:rPr sz="2000" spc="-165" dirty="0">
                <a:cs typeface="Franklin Gothic Medium"/>
              </a:rPr>
              <a:t>The </a:t>
            </a:r>
            <a:r>
              <a:rPr sz="2000" spc="-160" dirty="0">
                <a:cs typeface="Franklin Gothic Medium"/>
              </a:rPr>
              <a:t> </a:t>
            </a:r>
            <a:r>
              <a:rPr sz="2000" spc="-100" dirty="0">
                <a:cs typeface="Franklin Gothic Medium"/>
              </a:rPr>
              <a:t>identification </a:t>
            </a:r>
            <a:r>
              <a:rPr sz="2000" spc="-114" dirty="0">
                <a:cs typeface="Franklin Gothic Medium"/>
              </a:rPr>
              <a:t>of </a:t>
            </a:r>
            <a:r>
              <a:rPr sz="2000" spc="-105" dirty="0">
                <a:cs typeface="Franklin Gothic Medium"/>
              </a:rPr>
              <a:t>controls </a:t>
            </a:r>
            <a:r>
              <a:rPr sz="2000" spc="-140" dirty="0">
                <a:cs typeface="Franklin Gothic Medium"/>
              </a:rPr>
              <a:t>by </a:t>
            </a:r>
            <a:r>
              <a:rPr sz="2000" spc="-110" dirty="0">
                <a:cs typeface="Franklin Gothic Medium"/>
              </a:rPr>
              <a:t>their </a:t>
            </a:r>
            <a:r>
              <a:rPr sz="2000" spc="-105" dirty="0">
                <a:cs typeface="Franklin Gothic Medium"/>
              </a:rPr>
              <a:t>properties </a:t>
            </a:r>
            <a:r>
              <a:rPr sz="2000" spc="-75" dirty="0">
                <a:cs typeface="Franklin Gothic Medium"/>
              </a:rPr>
              <a:t>is </a:t>
            </a:r>
            <a:r>
              <a:rPr sz="2000" spc="-135" dirty="0">
                <a:cs typeface="Franklin Gothic Medium"/>
              </a:rPr>
              <a:t>the </a:t>
            </a:r>
            <a:r>
              <a:rPr sz="2000" spc="-114" dirty="0">
                <a:cs typeface="Franklin Gothic Medium"/>
              </a:rPr>
              <a:t>default </a:t>
            </a:r>
            <a:r>
              <a:rPr sz="2000" spc="-110" dirty="0">
                <a:cs typeface="Franklin Gothic Medium"/>
              </a:rPr>
              <a:t> </a:t>
            </a:r>
            <a:r>
              <a:rPr sz="2000" spc="-100" dirty="0">
                <a:cs typeface="Franklin Gothic Medium"/>
              </a:rPr>
              <a:t>identification</a:t>
            </a:r>
            <a:r>
              <a:rPr sz="2000" spc="-175" dirty="0">
                <a:cs typeface="Franklin Gothic Medium"/>
              </a:rPr>
              <a:t> </a:t>
            </a:r>
            <a:r>
              <a:rPr sz="2000" spc="-160" dirty="0">
                <a:cs typeface="Franklin Gothic Medium"/>
              </a:rPr>
              <a:t>method</a:t>
            </a:r>
            <a:r>
              <a:rPr sz="2000" spc="-85" dirty="0">
                <a:cs typeface="Franklin Gothic Medium"/>
              </a:rPr>
              <a:t> </a:t>
            </a:r>
            <a:r>
              <a:rPr sz="2000" spc="-95" dirty="0">
                <a:cs typeface="Franklin Gothic Medium"/>
              </a:rPr>
              <a:t>in</a:t>
            </a:r>
            <a:r>
              <a:rPr sz="2000" spc="-105" dirty="0">
                <a:cs typeface="Franklin Gothic Medium"/>
              </a:rPr>
              <a:t> </a:t>
            </a:r>
            <a:r>
              <a:rPr sz="2000" spc="-155" dirty="0">
                <a:cs typeface="Franklin Gothic Medium"/>
              </a:rPr>
              <a:t>Tosca</a:t>
            </a:r>
            <a:r>
              <a:rPr sz="2000" spc="-120" dirty="0">
                <a:cs typeface="Franklin Gothic Medium"/>
              </a:rPr>
              <a:t> </a:t>
            </a:r>
            <a:r>
              <a:rPr sz="2000" spc="-120" dirty="0" err="1">
                <a:cs typeface="Franklin Gothic Medium"/>
              </a:rPr>
              <a:t>XScan</a:t>
            </a:r>
            <a:r>
              <a:rPr sz="2000" spc="-120" dirty="0">
                <a:cs typeface="Franklin Gothic Medium"/>
              </a:rPr>
              <a:t>.</a:t>
            </a:r>
            <a:r>
              <a:rPr sz="2000" spc="-135" dirty="0">
                <a:cs typeface="Franklin Gothic Medium"/>
              </a:rPr>
              <a:t> </a:t>
            </a:r>
            <a:r>
              <a:rPr sz="2000" spc="-145" dirty="0">
                <a:cs typeface="Franklin Gothic Medium"/>
              </a:rPr>
              <a:t>However,</a:t>
            </a:r>
            <a:r>
              <a:rPr sz="2000" spc="-105" dirty="0">
                <a:cs typeface="Franklin Gothic Medium"/>
              </a:rPr>
              <a:t> </a:t>
            </a:r>
            <a:r>
              <a:rPr sz="2000" spc="-75" dirty="0">
                <a:cs typeface="Franklin Gothic Medium"/>
              </a:rPr>
              <a:t>if</a:t>
            </a:r>
            <a:r>
              <a:rPr sz="2000" spc="-114" dirty="0">
                <a:cs typeface="Franklin Gothic Medium"/>
              </a:rPr>
              <a:t> </a:t>
            </a:r>
            <a:r>
              <a:rPr sz="2000" spc="-125" dirty="0">
                <a:cs typeface="Franklin Gothic Medium"/>
              </a:rPr>
              <a:t>your </a:t>
            </a:r>
            <a:r>
              <a:rPr sz="2000" spc="-120" dirty="0">
                <a:cs typeface="Franklin Gothic Medium"/>
              </a:rPr>
              <a:t> </a:t>
            </a:r>
            <a:r>
              <a:rPr sz="2000" spc="-105" dirty="0">
                <a:cs typeface="Franklin Gothic Medium"/>
              </a:rPr>
              <a:t>controls </a:t>
            </a:r>
            <a:r>
              <a:rPr sz="2000" spc="-125" dirty="0">
                <a:cs typeface="Franklin Gothic Medium"/>
              </a:rPr>
              <a:t>cannot </a:t>
            </a:r>
            <a:r>
              <a:rPr sz="2000" spc="-135" dirty="0">
                <a:cs typeface="Franklin Gothic Medium"/>
              </a:rPr>
              <a:t>be </a:t>
            </a:r>
            <a:r>
              <a:rPr sz="2000" spc="-100" dirty="0">
                <a:cs typeface="Franklin Gothic Medium"/>
              </a:rPr>
              <a:t>identified </a:t>
            </a:r>
            <a:r>
              <a:rPr sz="2000" spc="-114" dirty="0">
                <a:cs typeface="Franklin Gothic Medium"/>
              </a:rPr>
              <a:t>uniquely </a:t>
            </a:r>
            <a:r>
              <a:rPr sz="2000" spc="-140" dirty="0">
                <a:cs typeface="Franklin Gothic Medium"/>
              </a:rPr>
              <a:t>by </a:t>
            </a:r>
            <a:r>
              <a:rPr sz="2000" spc="-114" dirty="0">
                <a:cs typeface="Franklin Gothic Medium"/>
              </a:rPr>
              <a:t>via </a:t>
            </a:r>
            <a:r>
              <a:rPr sz="2000" spc="-110" dirty="0">
                <a:cs typeface="Franklin Gothic Medium"/>
              </a:rPr>
              <a:t>their </a:t>
            </a:r>
            <a:r>
              <a:rPr sz="2000" spc="-95" dirty="0">
                <a:cs typeface="Franklin Gothic Medium"/>
              </a:rPr>
              <a:t>controls, </a:t>
            </a:r>
            <a:r>
              <a:rPr sz="2000" spc="-434" dirty="0">
                <a:cs typeface="Franklin Gothic Medium"/>
              </a:rPr>
              <a:t> </a:t>
            </a:r>
            <a:r>
              <a:rPr sz="2000" spc="-135" dirty="0">
                <a:cs typeface="Franklin Gothic Medium"/>
              </a:rPr>
              <a:t>there</a:t>
            </a:r>
            <a:r>
              <a:rPr sz="2000" spc="-100" dirty="0">
                <a:cs typeface="Franklin Gothic Medium"/>
              </a:rPr>
              <a:t> </a:t>
            </a:r>
            <a:r>
              <a:rPr sz="2000" spc="-135" dirty="0">
                <a:cs typeface="Franklin Gothic Medium"/>
              </a:rPr>
              <a:t>are</a:t>
            </a:r>
            <a:r>
              <a:rPr sz="2000" spc="-120" dirty="0">
                <a:cs typeface="Franklin Gothic Medium"/>
              </a:rPr>
              <a:t> </a:t>
            </a:r>
            <a:r>
              <a:rPr sz="2000" spc="-100" dirty="0">
                <a:cs typeface="Franklin Gothic Medium"/>
              </a:rPr>
              <a:t>additional</a:t>
            </a:r>
            <a:r>
              <a:rPr sz="2000" spc="-175" dirty="0">
                <a:cs typeface="Franklin Gothic Medium"/>
              </a:rPr>
              <a:t> </a:t>
            </a:r>
            <a:r>
              <a:rPr sz="2000" spc="-170" dirty="0">
                <a:cs typeface="Franklin Gothic Medium"/>
              </a:rPr>
              <a:t>ways</a:t>
            </a:r>
            <a:r>
              <a:rPr sz="2000" spc="-120" dirty="0">
                <a:cs typeface="Franklin Gothic Medium"/>
              </a:rPr>
              <a:t> </a:t>
            </a:r>
            <a:r>
              <a:rPr sz="2000" spc="-114" dirty="0">
                <a:cs typeface="Franklin Gothic Medium"/>
              </a:rPr>
              <a:t>to</a:t>
            </a:r>
            <a:r>
              <a:rPr sz="2000" spc="-105" dirty="0">
                <a:cs typeface="Franklin Gothic Medium"/>
              </a:rPr>
              <a:t> </a:t>
            </a:r>
            <a:r>
              <a:rPr sz="2000" spc="-110" dirty="0">
                <a:cs typeface="Franklin Gothic Medium"/>
              </a:rPr>
              <a:t>identify </a:t>
            </a:r>
            <a:r>
              <a:rPr sz="2000" spc="-95" dirty="0">
                <a:cs typeface="Franklin Gothic Medium"/>
              </a:rPr>
              <a:t>controls.</a:t>
            </a:r>
            <a:r>
              <a:rPr sz="2000" spc="-160" dirty="0">
                <a:cs typeface="Franklin Gothic Medium"/>
              </a:rPr>
              <a:t> </a:t>
            </a:r>
            <a:r>
              <a:rPr sz="2000" spc="-5" dirty="0">
                <a:cs typeface="Franklin Gothic Medium"/>
              </a:rPr>
              <a:t>.</a:t>
            </a:r>
            <a:endParaRPr sz="2000" dirty="0"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90" dirty="0">
                <a:cs typeface="Franklin Gothic Medium"/>
              </a:rPr>
              <a:t>You</a:t>
            </a:r>
            <a:r>
              <a:rPr sz="2000" spc="-130" dirty="0">
                <a:cs typeface="Franklin Gothic Medium"/>
              </a:rPr>
              <a:t> can</a:t>
            </a:r>
            <a:r>
              <a:rPr sz="2000" spc="-150" dirty="0">
                <a:cs typeface="Franklin Gothic Medium"/>
              </a:rPr>
              <a:t> </a:t>
            </a:r>
            <a:r>
              <a:rPr sz="2000" spc="-110" dirty="0">
                <a:cs typeface="Franklin Gothic Medium"/>
              </a:rPr>
              <a:t>identify</a:t>
            </a:r>
            <a:r>
              <a:rPr sz="2000" spc="-114" dirty="0">
                <a:cs typeface="Franklin Gothic Medium"/>
              </a:rPr>
              <a:t> </a:t>
            </a:r>
            <a:r>
              <a:rPr sz="2000" spc="-105" dirty="0">
                <a:cs typeface="Franklin Gothic Medium"/>
              </a:rPr>
              <a:t>controls</a:t>
            </a:r>
            <a:r>
              <a:rPr sz="2000" spc="-145" dirty="0">
                <a:cs typeface="Franklin Gothic Medium"/>
              </a:rPr>
              <a:t> </a:t>
            </a:r>
            <a:r>
              <a:rPr sz="2000" spc="-95" dirty="0">
                <a:cs typeface="Franklin Gothic Medium"/>
              </a:rPr>
              <a:t>in</a:t>
            </a:r>
            <a:r>
              <a:rPr sz="2000" spc="-125" dirty="0">
                <a:cs typeface="Franklin Gothic Medium"/>
              </a:rPr>
              <a:t> </a:t>
            </a:r>
            <a:r>
              <a:rPr sz="2000" spc="-135" dirty="0">
                <a:cs typeface="Franklin Gothic Medium"/>
              </a:rPr>
              <a:t>the</a:t>
            </a:r>
            <a:r>
              <a:rPr sz="2000" spc="-120" dirty="0">
                <a:cs typeface="Franklin Gothic Medium"/>
              </a:rPr>
              <a:t> </a:t>
            </a:r>
            <a:r>
              <a:rPr sz="2000" spc="-110" dirty="0">
                <a:cs typeface="Franklin Gothic Medium"/>
              </a:rPr>
              <a:t>following</a:t>
            </a:r>
            <a:r>
              <a:rPr sz="2000" spc="-165" dirty="0">
                <a:cs typeface="Franklin Gothic Medium"/>
              </a:rPr>
              <a:t> </a:t>
            </a:r>
            <a:r>
              <a:rPr sz="2000" spc="-140" dirty="0">
                <a:cs typeface="Franklin Gothic Medium"/>
              </a:rPr>
              <a:t>ways:</a:t>
            </a:r>
            <a:endParaRPr lang="en-IN" sz="2000" spc="-140" dirty="0"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IN" sz="2000" b="1" spc="-10" dirty="0">
                <a:cs typeface="Calibri"/>
              </a:rPr>
              <a:t>Identify</a:t>
            </a:r>
            <a:r>
              <a:rPr lang="en-IN" sz="2000" b="1" spc="35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by</a:t>
            </a:r>
            <a:r>
              <a:rPr lang="en-IN" sz="2000" b="1" spc="-30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Properties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IN" sz="2000" b="1" spc="-10" dirty="0">
                <a:cs typeface="Calibri"/>
              </a:rPr>
              <a:t>Identify</a:t>
            </a:r>
            <a:r>
              <a:rPr lang="en-IN" sz="2000" b="1" spc="40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by</a:t>
            </a:r>
            <a:r>
              <a:rPr lang="en-IN" sz="2000" b="1" spc="-25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Anchor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IN" sz="2000" b="1" spc="-10" dirty="0">
                <a:cs typeface="Calibri"/>
              </a:rPr>
              <a:t>Identify</a:t>
            </a:r>
            <a:r>
              <a:rPr lang="en-IN" sz="2000" b="1" spc="40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by</a:t>
            </a:r>
            <a:r>
              <a:rPr lang="en-IN" sz="2000" b="1" spc="-25" dirty="0">
                <a:cs typeface="Calibri"/>
              </a:rPr>
              <a:t> Image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IN" sz="2000" b="1" spc="-10" dirty="0">
                <a:cs typeface="Calibri"/>
              </a:rPr>
              <a:t>Identify</a:t>
            </a:r>
            <a:r>
              <a:rPr lang="en-IN" sz="2000" b="1" spc="40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by</a:t>
            </a:r>
            <a:r>
              <a:rPr lang="en-IN" sz="2000" b="1" spc="-25" dirty="0">
                <a:cs typeface="Calibri"/>
              </a:rPr>
              <a:t> </a:t>
            </a:r>
            <a:r>
              <a:rPr lang="en-IN" sz="2000" b="1" spc="-5" dirty="0">
                <a:cs typeface="Calibri"/>
              </a:rPr>
              <a:t>Index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endParaRPr sz="2000" dirty="0">
              <a:cs typeface="Franklin Gothic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10983" y="1929383"/>
            <a:ext cx="4672965" cy="4377055"/>
            <a:chOff x="7110983" y="1929383"/>
            <a:chExt cx="4672965" cy="4377055"/>
          </a:xfrm>
        </p:grpSpPr>
        <p:sp>
          <p:nvSpPr>
            <p:cNvPr id="6" name="object 6"/>
            <p:cNvSpPr/>
            <p:nvPr/>
          </p:nvSpPr>
          <p:spPr>
            <a:xfrm>
              <a:off x="10677143" y="5227319"/>
              <a:ext cx="1106805" cy="1079500"/>
            </a:xfrm>
            <a:custGeom>
              <a:avLst/>
              <a:gdLst/>
              <a:ahLst/>
              <a:cxnLst/>
              <a:rect l="l" t="t" r="r" b="b"/>
              <a:pathLst>
                <a:path w="1106804" h="1079500">
                  <a:moveTo>
                    <a:pt x="553211" y="0"/>
                  </a:moveTo>
                  <a:lnTo>
                    <a:pt x="505474" y="1980"/>
                  </a:lnTo>
                  <a:lnTo>
                    <a:pt x="458865" y="7813"/>
                  </a:lnTo>
                  <a:lnTo>
                    <a:pt x="413550" y="17337"/>
                  </a:lnTo>
                  <a:lnTo>
                    <a:pt x="369696" y="30390"/>
                  </a:lnTo>
                  <a:lnTo>
                    <a:pt x="327468" y="46809"/>
                  </a:lnTo>
                  <a:lnTo>
                    <a:pt x="287032" y="66434"/>
                  </a:lnTo>
                  <a:lnTo>
                    <a:pt x="248555" y="89101"/>
                  </a:lnTo>
                  <a:lnTo>
                    <a:pt x="212203" y="114649"/>
                  </a:lnTo>
                  <a:lnTo>
                    <a:pt x="178140" y="142917"/>
                  </a:lnTo>
                  <a:lnTo>
                    <a:pt x="146534" y="173741"/>
                  </a:lnTo>
                  <a:lnTo>
                    <a:pt x="117550" y="206960"/>
                  </a:lnTo>
                  <a:lnTo>
                    <a:pt x="91355" y="242412"/>
                  </a:lnTo>
                  <a:lnTo>
                    <a:pt x="68114" y="279935"/>
                  </a:lnTo>
                  <a:lnTo>
                    <a:pt x="47993" y="319368"/>
                  </a:lnTo>
                  <a:lnTo>
                    <a:pt x="31158" y="360547"/>
                  </a:lnTo>
                  <a:lnTo>
                    <a:pt x="17775" y="403311"/>
                  </a:lnTo>
                  <a:lnTo>
                    <a:pt x="8010" y="447499"/>
                  </a:lnTo>
                  <a:lnTo>
                    <a:pt x="2030" y="492948"/>
                  </a:lnTo>
                  <a:lnTo>
                    <a:pt x="0" y="539495"/>
                  </a:lnTo>
                  <a:lnTo>
                    <a:pt x="2030" y="586045"/>
                  </a:lnTo>
                  <a:lnTo>
                    <a:pt x="8010" y="631495"/>
                  </a:lnTo>
                  <a:lnTo>
                    <a:pt x="17775" y="675684"/>
                  </a:lnTo>
                  <a:lnTo>
                    <a:pt x="31158" y="718449"/>
                  </a:lnTo>
                  <a:lnTo>
                    <a:pt x="47993" y="759629"/>
                  </a:lnTo>
                  <a:lnTo>
                    <a:pt x="68114" y="799061"/>
                  </a:lnTo>
                  <a:lnTo>
                    <a:pt x="91355" y="836584"/>
                  </a:lnTo>
                  <a:lnTo>
                    <a:pt x="117550" y="872036"/>
                  </a:lnTo>
                  <a:lnTo>
                    <a:pt x="146534" y="905255"/>
                  </a:lnTo>
                  <a:lnTo>
                    <a:pt x="178140" y="936079"/>
                  </a:lnTo>
                  <a:lnTo>
                    <a:pt x="212203" y="964345"/>
                  </a:lnTo>
                  <a:lnTo>
                    <a:pt x="248555" y="989893"/>
                  </a:lnTo>
                  <a:lnTo>
                    <a:pt x="287032" y="1012560"/>
                  </a:lnTo>
                  <a:lnTo>
                    <a:pt x="327468" y="1032184"/>
                  </a:lnTo>
                  <a:lnTo>
                    <a:pt x="369696" y="1048603"/>
                  </a:lnTo>
                  <a:lnTo>
                    <a:pt x="413550" y="1061655"/>
                  </a:lnTo>
                  <a:lnTo>
                    <a:pt x="458865" y="1071178"/>
                  </a:lnTo>
                  <a:lnTo>
                    <a:pt x="505474" y="1077011"/>
                  </a:lnTo>
                  <a:lnTo>
                    <a:pt x="553211" y="1078991"/>
                  </a:lnTo>
                  <a:lnTo>
                    <a:pt x="600949" y="1077011"/>
                  </a:lnTo>
                  <a:lnTo>
                    <a:pt x="647558" y="1071178"/>
                  </a:lnTo>
                  <a:lnTo>
                    <a:pt x="692873" y="1061655"/>
                  </a:lnTo>
                  <a:lnTo>
                    <a:pt x="736727" y="1048603"/>
                  </a:lnTo>
                  <a:lnTo>
                    <a:pt x="778955" y="1032184"/>
                  </a:lnTo>
                  <a:lnTo>
                    <a:pt x="819391" y="1012560"/>
                  </a:lnTo>
                  <a:lnTo>
                    <a:pt x="857868" y="989893"/>
                  </a:lnTo>
                  <a:lnTo>
                    <a:pt x="894220" y="964345"/>
                  </a:lnTo>
                  <a:lnTo>
                    <a:pt x="928283" y="936079"/>
                  </a:lnTo>
                  <a:lnTo>
                    <a:pt x="959889" y="905255"/>
                  </a:lnTo>
                  <a:lnTo>
                    <a:pt x="988873" y="872036"/>
                  </a:lnTo>
                  <a:lnTo>
                    <a:pt x="1015068" y="836584"/>
                  </a:lnTo>
                  <a:lnTo>
                    <a:pt x="1038309" y="799061"/>
                  </a:lnTo>
                  <a:lnTo>
                    <a:pt x="1058430" y="759629"/>
                  </a:lnTo>
                  <a:lnTo>
                    <a:pt x="1075265" y="718449"/>
                  </a:lnTo>
                  <a:lnTo>
                    <a:pt x="1088648" y="675684"/>
                  </a:lnTo>
                  <a:lnTo>
                    <a:pt x="1098413" y="631495"/>
                  </a:lnTo>
                  <a:lnTo>
                    <a:pt x="1104393" y="586045"/>
                  </a:lnTo>
                  <a:lnTo>
                    <a:pt x="1106424" y="539495"/>
                  </a:lnTo>
                  <a:lnTo>
                    <a:pt x="1104393" y="492948"/>
                  </a:lnTo>
                  <a:lnTo>
                    <a:pt x="1098413" y="447499"/>
                  </a:lnTo>
                  <a:lnTo>
                    <a:pt x="1088648" y="403311"/>
                  </a:lnTo>
                  <a:lnTo>
                    <a:pt x="1075265" y="360547"/>
                  </a:lnTo>
                  <a:lnTo>
                    <a:pt x="1058430" y="319368"/>
                  </a:lnTo>
                  <a:lnTo>
                    <a:pt x="1038309" y="279935"/>
                  </a:lnTo>
                  <a:lnTo>
                    <a:pt x="1015068" y="242412"/>
                  </a:lnTo>
                  <a:lnTo>
                    <a:pt x="988873" y="206960"/>
                  </a:lnTo>
                  <a:lnTo>
                    <a:pt x="959889" y="173741"/>
                  </a:lnTo>
                  <a:lnTo>
                    <a:pt x="928283" y="142917"/>
                  </a:lnTo>
                  <a:lnTo>
                    <a:pt x="894220" y="114649"/>
                  </a:lnTo>
                  <a:lnTo>
                    <a:pt x="857868" y="89101"/>
                  </a:lnTo>
                  <a:lnTo>
                    <a:pt x="819391" y="66434"/>
                  </a:lnTo>
                  <a:lnTo>
                    <a:pt x="778955" y="46809"/>
                  </a:lnTo>
                  <a:lnTo>
                    <a:pt x="736727" y="30390"/>
                  </a:lnTo>
                  <a:lnTo>
                    <a:pt x="692873" y="17337"/>
                  </a:lnTo>
                  <a:lnTo>
                    <a:pt x="647558" y="7813"/>
                  </a:lnTo>
                  <a:lnTo>
                    <a:pt x="600949" y="1980"/>
                  </a:lnTo>
                  <a:lnTo>
                    <a:pt x="55321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0983" y="1929383"/>
              <a:ext cx="4221480" cy="4221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890261" y="1742058"/>
            <a:ext cx="6363970" cy="33355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9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Identify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Properties</a:t>
            </a:r>
            <a:r>
              <a:rPr sz="2000" spc="-5" dirty="0">
                <a:latin typeface="Calibri"/>
                <a:cs typeface="Calibri"/>
              </a:rPr>
              <a:t>-This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window</a:t>
            </a:r>
            <a:r>
              <a:rPr sz="2000" spc="-10" dirty="0">
                <a:latin typeface="Calibri"/>
                <a:cs typeface="Calibri"/>
              </a:rPr>
              <a:t> contains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spc="-10" dirty="0">
                <a:latin typeface="Calibri"/>
                <a:cs typeface="Calibri"/>
              </a:rPr>
              <a:t>technical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information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properties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selected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control.</a:t>
            </a:r>
            <a:endParaRPr sz="2000" dirty="0">
              <a:latin typeface="Calibri"/>
              <a:cs typeface="Calibri"/>
            </a:endParaRPr>
          </a:p>
          <a:p>
            <a:pPr marL="12700" marR="425450">
              <a:lnSpc>
                <a:spcPct val="901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Identify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Anchor</a:t>
            </a:r>
            <a:r>
              <a:rPr sz="2000" spc="-5" dirty="0">
                <a:latin typeface="Calibri"/>
                <a:cs typeface="Calibri"/>
              </a:rPr>
              <a:t>-In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window </a:t>
            </a:r>
            <a:r>
              <a:rPr sz="2000" spc="-10" dirty="0">
                <a:latin typeface="Calibri"/>
                <a:cs typeface="Calibri"/>
              </a:rPr>
              <a:t>you </a:t>
            </a:r>
            <a:r>
              <a:rPr sz="2000" spc="-15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transfer 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identification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criteria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spc="-5" dirty="0">
                <a:latin typeface="Calibri"/>
                <a:cs typeface="Calibri"/>
              </a:rPr>
              <a:t> one </a:t>
            </a:r>
            <a:r>
              <a:rPr sz="2000" spc="-15" dirty="0">
                <a:latin typeface="Calibri"/>
                <a:cs typeface="Calibri"/>
              </a:rPr>
              <a:t>control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(source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control)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another </a:t>
            </a:r>
            <a:r>
              <a:rPr sz="2000" spc="-15" dirty="0">
                <a:latin typeface="Calibri"/>
                <a:cs typeface="Calibri"/>
              </a:rPr>
              <a:t>control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  <a:spcBef>
                <a:spcPts val="360"/>
              </a:spcBef>
              <a:tabLst>
                <a:tab pos="240665" algn="l"/>
                <a:tab pos="241300" algn="l"/>
              </a:tabLst>
            </a:pPr>
            <a:r>
              <a:rPr lang="en-IN" sz="2000" b="1" spc="-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Identify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</a:t>
            </a:r>
            <a:r>
              <a:rPr sz="2000" b="1" spc="-25" dirty="0">
                <a:latin typeface="Calibri"/>
                <a:cs typeface="Calibri"/>
              </a:rPr>
              <a:t> Image</a:t>
            </a:r>
            <a:r>
              <a:rPr sz="2000" spc="-25" dirty="0">
                <a:latin typeface="Calibri"/>
                <a:cs typeface="Calibri"/>
              </a:rPr>
              <a:t>-You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define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-15" dirty="0">
                <a:latin typeface="Calibri"/>
                <a:cs typeface="Calibri"/>
              </a:rPr>
              <a:t> image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Calibri"/>
                <a:cs typeface="Calibri"/>
              </a:rPr>
              <a:t>identifying</a:t>
            </a:r>
            <a:r>
              <a:rPr sz="2000" spc="-15" dirty="0">
                <a:latin typeface="Calibri"/>
                <a:cs typeface="Calibri"/>
              </a:rPr>
              <a:t> controls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Identify</a:t>
            </a:r>
            <a:r>
              <a:rPr sz="2000" b="1" spc="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by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Index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selected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control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have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 unique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ID,</a:t>
            </a:r>
            <a:r>
              <a:rPr sz="2000" spc="-15" dirty="0">
                <a:latin typeface="Calibri"/>
                <a:cs typeface="Calibri"/>
              </a:rPr>
              <a:t> you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spc="-10" dirty="0">
                <a:latin typeface="Calibri"/>
                <a:cs typeface="Calibri"/>
              </a:rPr>
              <a:t> index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 </a:t>
            </a:r>
            <a:r>
              <a:rPr sz="2000" spc="-15" dirty="0">
                <a:latin typeface="Calibri"/>
                <a:cs typeface="Calibri"/>
              </a:rPr>
              <a:t> execution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identify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control.</a:t>
            </a:r>
            <a:r>
              <a:rPr sz="2000" dirty="0">
                <a:latin typeface="Calibri"/>
                <a:cs typeface="Calibri"/>
              </a:rPr>
              <a:t> Enable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checkbox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next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BCA2B2C-A89C-45E5-5CA1-C7AD955944FB}"/>
              </a:ext>
            </a:extLst>
          </p:cNvPr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F3EBF454-E84A-D162-1FDB-17CABEFC7E38}"/>
              </a:ext>
            </a:extLst>
          </p:cNvPr>
          <p:cNvGrpSpPr/>
          <p:nvPr/>
        </p:nvGrpSpPr>
        <p:grpSpPr>
          <a:xfrm>
            <a:off x="4361497" y="318244"/>
            <a:ext cx="219341" cy="6082552"/>
            <a:chOff x="4741895" y="1005205"/>
            <a:chExt cx="92075" cy="4524375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61A7A7E3-F23E-73F0-752E-963AE0C14DE3}"/>
                </a:ext>
              </a:extLst>
            </p:cNvPr>
            <p:cNvSpPr/>
            <p:nvPr/>
          </p:nvSpPr>
          <p:spPr>
            <a:xfrm>
              <a:off x="4761526" y="1027176"/>
              <a:ext cx="46990" cy="4481830"/>
            </a:xfrm>
            <a:custGeom>
              <a:avLst/>
              <a:gdLst/>
              <a:ahLst/>
              <a:cxnLst/>
              <a:rect l="l" t="t" r="r" b="b"/>
              <a:pathLst>
                <a:path w="46989" h="4481830">
                  <a:moveTo>
                    <a:pt x="21621" y="2201852"/>
                  </a:moveTo>
                  <a:lnTo>
                    <a:pt x="22760" y="2238962"/>
                  </a:lnTo>
                  <a:lnTo>
                    <a:pt x="23733" y="2286077"/>
                  </a:lnTo>
                  <a:lnTo>
                    <a:pt x="24214" y="2334006"/>
                  </a:lnTo>
                  <a:lnTo>
                    <a:pt x="24165" y="2382950"/>
                  </a:lnTo>
                  <a:lnTo>
                    <a:pt x="23550" y="2433113"/>
                  </a:lnTo>
                  <a:lnTo>
                    <a:pt x="22332" y="2484695"/>
                  </a:lnTo>
                  <a:lnTo>
                    <a:pt x="20446" y="2538503"/>
                  </a:lnTo>
                  <a:lnTo>
                    <a:pt x="17939" y="2592927"/>
                  </a:lnTo>
                  <a:lnTo>
                    <a:pt x="14689" y="2649982"/>
                  </a:lnTo>
                  <a:lnTo>
                    <a:pt x="11908" y="2703738"/>
                  </a:lnTo>
                  <a:lnTo>
                    <a:pt x="10148" y="2757589"/>
                  </a:lnTo>
                  <a:lnTo>
                    <a:pt x="9257" y="2811302"/>
                  </a:lnTo>
                  <a:lnTo>
                    <a:pt x="9082" y="2864647"/>
                  </a:lnTo>
                  <a:lnTo>
                    <a:pt x="9472" y="2917393"/>
                  </a:lnTo>
                  <a:lnTo>
                    <a:pt x="10275" y="2969308"/>
                  </a:lnTo>
                  <a:lnTo>
                    <a:pt x="11363" y="3021203"/>
                  </a:lnTo>
                  <a:lnTo>
                    <a:pt x="13715" y="3121494"/>
                  </a:lnTo>
                  <a:lnTo>
                    <a:pt x="14574" y="3164045"/>
                  </a:lnTo>
                  <a:lnTo>
                    <a:pt x="15162" y="3208344"/>
                  </a:lnTo>
                  <a:lnTo>
                    <a:pt x="15250" y="3250426"/>
                  </a:lnTo>
                  <a:lnTo>
                    <a:pt x="14689" y="3290062"/>
                  </a:lnTo>
                  <a:lnTo>
                    <a:pt x="14270" y="3329043"/>
                  </a:lnTo>
                  <a:lnTo>
                    <a:pt x="14742" y="3369433"/>
                  </a:lnTo>
                  <a:lnTo>
                    <a:pt x="15880" y="3411312"/>
                  </a:lnTo>
                  <a:lnTo>
                    <a:pt x="17460" y="3454764"/>
                  </a:lnTo>
                  <a:lnTo>
                    <a:pt x="19260" y="3499870"/>
                  </a:lnTo>
                  <a:lnTo>
                    <a:pt x="21054" y="3546713"/>
                  </a:lnTo>
                  <a:lnTo>
                    <a:pt x="22620" y="3595374"/>
                  </a:lnTo>
                  <a:lnTo>
                    <a:pt x="23734" y="3645937"/>
                  </a:lnTo>
                  <a:lnTo>
                    <a:pt x="24172" y="3698482"/>
                  </a:lnTo>
                  <a:lnTo>
                    <a:pt x="23710" y="3753094"/>
                  </a:lnTo>
                  <a:lnTo>
                    <a:pt x="22124" y="3809852"/>
                  </a:lnTo>
                  <a:lnTo>
                    <a:pt x="19192" y="3868841"/>
                  </a:lnTo>
                  <a:lnTo>
                    <a:pt x="14689" y="3930142"/>
                  </a:lnTo>
                  <a:lnTo>
                    <a:pt x="10017" y="3999433"/>
                  </a:lnTo>
                  <a:lnTo>
                    <a:pt x="8243" y="4060629"/>
                  </a:lnTo>
                  <a:lnTo>
                    <a:pt x="8712" y="4115146"/>
                  </a:lnTo>
                  <a:lnTo>
                    <a:pt x="10769" y="4164397"/>
                  </a:lnTo>
                  <a:lnTo>
                    <a:pt x="13761" y="4209798"/>
                  </a:lnTo>
                  <a:lnTo>
                    <a:pt x="17033" y="4252763"/>
                  </a:lnTo>
                  <a:lnTo>
                    <a:pt x="19930" y="4294706"/>
                  </a:lnTo>
                  <a:lnTo>
                    <a:pt x="21799" y="4337043"/>
                  </a:lnTo>
                  <a:lnTo>
                    <a:pt x="21985" y="4381188"/>
                  </a:lnTo>
                  <a:lnTo>
                    <a:pt x="19832" y="4428555"/>
                  </a:lnTo>
                  <a:lnTo>
                    <a:pt x="14689" y="4480560"/>
                  </a:lnTo>
                  <a:lnTo>
                    <a:pt x="18880" y="4481322"/>
                  </a:lnTo>
                  <a:lnTo>
                    <a:pt x="27516" y="4479671"/>
                  </a:lnTo>
                  <a:lnTo>
                    <a:pt x="32905" y="4479671"/>
                  </a:lnTo>
                  <a:lnTo>
                    <a:pt x="29811" y="4441247"/>
                  </a:lnTo>
                  <a:lnTo>
                    <a:pt x="27538" y="4399575"/>
                  </a:lnTo>
                  <a:lnTo>
                    <a:pt x="26058" y="4355640"/>
                  </a:lnTo>
                  <a:lnTo>
                    <a:pt x="25268" y="4309540"/>
                  </a:lnTo>
                  <a:lnTo>
                    <a:pt x="25115" y="4252763"/>
                  </a:lnTo>
                  <a:lnTo>
                    <a:pt x="25371" y="4209798"/>
                  </a:lnTo>
                  <a:lnTo>
                    <a:pt x="26023" y="4159218"/>
                  </a:lnTo>
                  <a:lnTo>
                    <a:pt x="26978" y="4105427"/>
                  </a:lnTo>
                  <a:lnTo>
                    <a:pt x="28115" y="4049958"/>
                  </a:lnTo>
                  <a:lnTo>
                    <a:pt x="29333" y="3992905"/>
                  </a:lnTo>
                  <a:lnTo>
                    <a:pt x="30606" y="3930142"/>
                  </a:lnTo>
                  <a:lnTo>
                    <a:pt x="31604" y="3874443"/>
                  </a:lnTo>
                  <a:lnTo>
                    <a:pt x="32453" y="3813227"/>
                  </a:lnTo>
                  <a:lnTo>
                    <a:pt x="32977" y="3750818"/>
                  </a:lnTo>
                  <a:lnTo>
                    <a:pt x="33585" y="3689282"/>
                  </a:lnTo>
                  <a:lnTo>
                    <a:pt x="34663" y="3630418"/>
                  </a:lnTo>
                  <a:lnTo>
                    <a:pt x="36069" y="3573921"/>
                  </a:lnTo>
                  <a:lnTo>
                    <a:pt x="37664" y="3519485"/>
                  </a:lnTo>
                  <a:lnTo>
                    <a:pt x="39306" y="3466804"/>
                  </a:lnTo>
                  <a:lnTo>
                    <a:pt x="40854" y="3415572"/>
                  </a:lnTo>
                  <a:lnTo>
                    <a:pt x="42168" y="3365484"/>
                  </a:lnTo>
                  <a:lnTo>
                    <a:pt x="43107" y="3316233"/>
                  </a:lnTo>
                  <a:lnTo>
                    <a:pt x="43530" y="3267515"/>
                  </a:lnTo>
                  <a:lnTo>
                    <a:pt x="43296" y="3219023"/>
                  </a:lnTo>
                  <a:lnTo>
                    <a:pt x="42264" y="3170451"/>
                  </a:lnTo>
                  <a:lnTo>
                    <a:pt x="40294" y="3121494"/>
                  </a:lnTo>
                  <a:lnTo>
                    <a:pt x="37245" y="3071847"/>
                  </a:lnTo>
                  <a:lnTo>
                    <a:pt x="32890" y="3020162"/>
                  </a:lnTo>
                  <a:lnTo>
                    <a:pt x="28237" y="2963933"/>
                  </a:lnTo>
                  <a:lnTo>
                    <a:pt x="25321" y="2911088"/>
                  </a:lnTo>
                  <a:lnTo>
                    <a:pt x="23940" y="2861758"/>
                  </a:lnTo>
                  <a:lnTo>
                    <a:pt x="23872" y="2811302"/>
                  </a:lnTo>
                  <a:lnTo>
                    <a:pt x="24627" y="2770008"/>
                  </a:lnTo>
                  <a:lnTo>
                    <a:pt x="26119" y="2725769"/>
                  </a:lnTo>
                  <a:lnTo>
                    <a:pt x="27991" y="2681408"/>
                  </a:lnTo>
                  <a:lnTo>
                    <a:pt x="29957" y="2636016"/>
                  </a:lnTo>
                  <a:lnTo>
                    <a:pt x="31726" y="2588684"/>
                  </a:lnTo>
                  <a:lnTo>
                    <a:pt x="33018" y="2537899"/>
                  </a:lnTo>
                  <a:lnTo>
                    <a:pt x="33525" y="2484562"/>
                  </a:lnTo>
                  <a:lnTo>
                    <a:pt x="32977" y="2425954"/>
                  </a:lnTo>
                  <a:lnTo>
                    <a:pt x="31293" y="2367670"/>
                  </a:lnTo>
                  <a:lnTo>
                    <a:pt x="28814" y="2314586"/>
                  </a:lnTo>
                  <a:lnTo>
                    <a:pt x="25869" y="2265614"/>
                  </a:lnTo>
                  <a:lnTo>
                    <a:pt x="22788" y="2219668"/>
                  </a:lnTo>
                  <a:lnTo>
                    <a:pt x="21621" y="2201852"/>
                  </a:lnTo>
                  <a:close/>
                </a:path>
                <a:path w="46989" h="4481830">
                  <a:moveTo>
                    <a:pt x="32905" y="4479671"/>
                  </a:moveTo>
                  <a:lnTo>
                    <a:pt x="27516" y="4479671"/>
                  </a:lnTo>
                  <a:lnTo>
                    <a:pt x="32977" y="4480560"/>
                  </a:lnTo>
                  <a:lnTo>
                    <a:pt x="32905" y="4479671"/>
                  </a:lnTo>
                  <a:close/>
                </a:path>
                <a:path w="46989" h="4481830">
                  <a:moveTo>
                    <a:pt x="15963" y="2077352"/>
                  </a:moveTo>
                  <a:lnTo>
                    <a:pt x="16045" y="2089113"/>
                  </a:lnTo>
                  <a:lnTo>
                    <a:pt x="17546" y="2132504"/>
                  </a:lnTo>
                  <a:lnTo>
                    <a:pt x="19904" y="2175660"/>
                  </a:lnTo>
                  <a:lnTo>
                    <a:pt x="21621" y="2201852"/>
                  </a:lnTo>
                  <a:lnTo>
                    <a:pt x="21332" y="2192460"/>
                  </a:lnTo>
                  <a:lnTo>
                    <a:pt x="19486" y="2146368"/>
                  </a:lnTo>
                  <a:lnTo>
                    <a:pt x="17259" y="2100484"/>
                  </a:lnTo>
                  <a:lnTo>
                    <a:pt x="15963" y="2077352"/>
                  </a:lnTo>
                  <a:close/>
                </a:path>
                <a:path w="46989" h="4481830">
                  <a:moveTo>
                    <a:pt x="32977" y="0"/>
                  </a:moveTo>
                  <a:lnTo>
                    <a:pt x="27262" y="635"/>
                  </a:lnTo>
                  <a:lnTo>
                    <a:pt x="14710" y="635"/>
                  </a:lnTo>
                  <a:lnTo>
                    <a:pt x="16175" y="43685"/>
                  </a:lnTo>
                  <a:lnTo>
                    <a:pt x="16867" y="89662"/>
                  </a:lnTo>
                  <a:lnTo>
                    <a:pt x="16921" y="137566"/>
                  </a:lnTo>
                  <a:lnTo>
                    <a:pt x="16495" y="187033"/>
                  </a:lnTo>
                  <a:lnTo>
                    <a:pt x="15746" y="237697"/>
                  </a:lnTo>
                  <a:lnTo>
                    <a:pt x="13894" y="342155"/>
                  </a:lnTo>
                  <a:lnTo>
                    <a:pt x="13136" y="393229"/>
                  </a:lnTo>
                  <a:lnTo>
                    <a:pt x="12670" y="445037"/>
                  </a:lnTo>
                  <a:lnTo>
                    <a:pt x="12669" y="496220"/>
                  </a:lnTo>
                  <a:lnTo>
                    <a:pt x="13289" y="546412"/>
                  </a:lnTo>
                  <a:lnTo>
                    <a:pt x="14689" y="595249"/>
                  </a:lnTo>
                  <a:lnTo>
                    <a:pt x="16430" y="637958"/>
                  </a:lnTo>
                  <a:lnTo>
                    <a:pt x="20512" y="731540"/>
                  </a:lnTo>
                  <a:lnTo>
                    <a:pt x="22597" y="781719"/>
                  </a:lnTo>
                  <a:lnTo>
                    <a:pt x="24542" y="833694"/>
                  </a:lnTo>
                  <a:lnTo>
                    <a:pt x="26219" y="887117"/>
                  </a:lnTo>
                  <a:lnTo>
                    <a:pt x="27500" y="941641"/>
                  </a:lnTo>
                  <a:lnTo>
                    <a:pt x="28258" y="996920"/>
                  </a:lnTo>
                  <a:lnTo>
                    <a:pt x="28366" y="1052605"/>
                  </a:lnTo>
                  <a:lnTo>
                    <a:pt x="27696" y="1108351"/>
                  </a:lnTo>
                  <a:lnTo>
                    <a:pt x="26121" y="1163809"/>
                  </a:lnTo>
                  <a:lnTo>
                    <a:pt x="23513" y="1218633"/>
                  </a:lnTo>
                  <a:lnTo>
                    <a:pt x="19744" y="1272476"/>
                  </a:lnTo>
                  <a:lnTo>
                    <a:pt x="14689" y="1324990"/>
                  </a:lnTo>
                  <a:lnTo>
                    <a:pt x="9582" y="1377622"/>
                  </a:lnTo>
                  <a:lnTo>
                    <a:pt x="5678" y="1431780"/>
                  </a:lnTo>
                  <a:lnTo>
                    <a:pt x="2872" y="1487064"/>
                  </a:lnTo>
                  <a:lnTo>
                    <a:pt x="1059" y="1543071"/>
                  </a:lnTo>
                  <a:lnTo>
                    <a:pt x="137" y="1599401"/>
                  </a:lnTo>
                  <a:lnTo>
                    <a:pt x="0" y="1655651"/>
                  </a:lnTo>
                  <a:lnTo>
                    <a:pt x="544" y="1711420"/>
                  </a:lnTo>
                  <a:lnTo>
                    <a:pt x="1666" y="1766306"/>
                  </a:lnTo>
                  <a:lnTo>
                    <a:pt x="3261" y="1819909"/>
                  </a:lnTo>
                  <a:lnTo>
                    <a:pt x="5225" y="1871825"/>
                  </a:lnTo>
                  <a:lnTo>
                    <a:pt x="7454" y="1921655"/>
                  </a:lnTo>
                  <a:lnTo>
                    <a:pt x="9843" y="1968996"/>
                  </a:lnTo>
                  <a:lnTo>
                    <a:pt x="12290" y="2013447"/>
                  </a:lnTo>
                  <a:lnTo>
                    <a:pt x="14689" y="2054606"/>
                  </a:lnTo>
                  <a:lnTo>
                    <a:pt x="15963" y="2077352"/>
                  </a:lnTo>
                  <a:lnTo>
                    <a:pt x="16939" y="1997275"/>
                  </a:lnTo>
                  <a:lnTo>
                    <a:pt x="19994" y="1946655"/>
                  </a:lnTo>
                  <a:lnTo>
                    <a:pt x="25230" y="1891451"/>
                  </a:lnTo>
                  <a:lnTo>
                    <a:pt x="32977" y="1830577"/>
                  </a:lnTo>
                  <a:lnTo>
                    <a:pt x="39550" y="1774177"/>
                  </a:lnTo>
                  <a:lnTo>
                    <a:pt x="43860" y="1715330"/>
                  </a:lnTo>
                  <a:lnTo>
                    <a:pt x="46219" y="1654813"/>
                  </a:lnTo>
                  <a:lnTo>
                    <a:pt x="46939" y="1593402"/>
                  </a:lnTo>
                  <a:lnTo>
                    <a:pt x="46335" y="1531874"/>
                  </a:lnTo>
                  <a:lnTo>
                    <a:pt x="44720" y="1471006"/>
                  </a:lnTo>
                  <a:lnTo>
                    <a:pt x="42406" y="1411573"/>
                  </a:lnTo>
                  <a:lnTo>
                    <a:pt x="39708" y="1354352"/>
                  </a:lnTo>
                  <a:lnTo>
                    <a:pt x="36938" y="1300120"/>
                  </a:lnTo>
                  <a:lnTo>
                    <a:pt x="34409" y="1249652"/>
                  </a:lnTo>
                  <a:lnTo>
                    <a:pt x="32436" y="1203727"/>
                  </a:lnTo>
                  <a:lnTo>
                    <a:pt x="31349" y="1163809"/>
                  </a:lnTo>
                  <a:lnTo>
                    <a:pt x="31406" y="1128605"/>
                  </a:lnTo>
                  <a:lnTo>
                    <a:pt x="32977" y="1100963"/>
                  </a:lnTo>
                  <a:lnTo>
                    <a:pt x="36162" y="1066976"/>
                  </a:lnTo>
                  <a:lnTo>
                    <a:pt x="38877" y="1031580"/>
                  </a:lnTo>
                  <a:lnTo>
                    <a:pt x="41034" y="993921"/>
                  </a:lnTo>
                  <a:lnTo>
                    <a:pt x="42541" y="953145"/>
                  </a:lnTo>
                  <a:lnTo>
                    <a:pt x="43311" y="908399"/>
                  </a:lnTo>
                  <a:lnTo>
                    <a:pt x="43254" y="858829"/>
                  </a:lnTo>
                  <a:lnTo>
                    <a:pt x="42282" y="803583"/>
                  </a:lnTo>
                  <a:lnTo>
                    <a:pt x="40304" y="741807"/>
                  </a:lnTo>
                  <a:lnTo>
                    <a:pt x="37232" y="672646"/>
                  </a:lnTo>
                  <a:lnTo>
                    <a:pt x="32977" y="595249"/>
                  </a:lnTo>
                  <a:lnTo>
                    <a:pt x="29557" y="531736"/>
                  </a:lnTo>
                  <a:lnTo>
                    <a:pt x="27314" y="476349"/>
                  </a:lnTo>
                  <a:lnTo>
                    <a:pt x="26083" y="427410"/>
                  </a:lnTo>
                  <a:lnTo>
                    <a:pt x="25695" y="383238"/>
                  </a:lnTo>
                  <a:lnTo>
                    <a:pt x="25985" y="342155"/>
                  </a:lnTo>
                  <a:lnTo>
                    <a:pt x="26785" y="302482"/>
                  </a:lnTo>
                  <a:lnTo>
                    <a:pt x="27930" y="262538"/>
                  </a:lnTo>
                  <a:lnTo>
                    <a:pt x="29251" y="220646"/>
                  </a:lnTo>
                  <a:lnTo>
                    <a:pt x="30583" y="175125"/>
                  </a:lnTo>
                  <a:lnTo>
                    <a:pt x="31759" y="124296"/>
                  </a:lnTo>
                  <a:lnTo>
                    <a:pt x="32613" y="66481"/>
                  </a:lnTo>
                  <a:lnTo>
                    <a:pt x="32973" y="635"/>
                  </a:lnTo>
                  <a:lnTo>
                    <a:pt x="19261" y="635"/>
                  </a:lnTo>
                  <a:lnTo>
                    <a:pt x="14689" y="0"/>
                  </a:lnTo>
                  <a:lnTo>
                    <a:pt x="329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36930D88-4763-489E-37C8-BE16676CE8CC}"/>
                </a:ext>
              </a:extLst>
            </p:cNvPr>
            <p:cNvSpPr/>
            <p:nvPr/>
          </p:nvSpPr>
          <p:spPr>
            <a:xfrm>
              <a:off x="4763231" y="1026541"/>
              <a:ext cx="49530" cy="4481830"/>
            </a:xfrm>
            <a:custGeom>
              <a:avLst/>
              <a:gdLst/>
              <a:ahLst/>
              <a:cxnLst/>
              <a:rect l="l" t="t" r="r" b="b"/>
              <a:pathLst>
                <a:path w="49529" h="4481830">
                  <a:moveTo>
                    <a:pt x="31272" y="635"/>
                  </a:moveTo>
                  <a:lnTo>
                    <a:pt x="29380" y="63626"/>
                  </a:lnTo>
                  <a:lnTo>
                    <a:pt x="28044" y="119595"/>
                  </a:lnTo>
                  <a:lnTo>
                    <a:pt x="27200" y="169920"/>
                  </a:lnTo>
                  <a:lnTo>
                    <a:pt x="26785" y="215975"/>
                  </a:lnTo>
                  <a:lnTo>
                    <a:pt x="26734" y="259137"/>
                  </a:lnTo>
                  <a:lnTo>
                    <a:pt x="26986" y="300783"/>
                  </a:lnTo>
                  <a:lnTo>
                    <a:pt x="27475" y="342289"/>
                  </a:lnTo>
                  <a:lnTo>
                    <a:pt x="28139" y="385031"/>
                  </a:lnTo>
                  <a:lnTo>
                    <a:pt x="28915" y="430385"/>
                  </a:lnTo>
                  <a:lnTo>
                    <a:pt x="29737" y="479727"/>
                  </a:lnTo>
                  <a:lnTo>
                    <a:pt x="30544" y="534435"/>
                  </a:lnTo>
                  <a:lnTo>
                    <a:pt x="31272" y="595884"/>
                  </a:lnTo>
                  <a:lnTo>
                    <a:pt x="32280" y="667123"/>
                  </a:lnTo>
                  <a:lnTo>
                    <a:pt x="33576" y="726031"/>
                  </a:lnTo>
                  <a:lnTo>
                    <a:pt x="34968" y="775511"/>
                  </a:lnTo>
                  <a:lnTo>
                    <a:pt x="36265" y="818463"/>
                  </a:lnTo>
                  <a:lnTo>
                    <a:pt x="37273" y="857789"/>
                  </a:lnTo>
                  <a:lnTo>
                    <a:pt x="37801" y="896392"/>
                  </a:lnTo>
                  <a:lnTo>
                    <a:pt x="37657" y="937172"/>
                  </a:lnTo>
                  <a:lnTo>
                    <a:pt x="36649" y="983032"/>
                  </a:lnTo>
                  <a:lnTo>
                    <a:pt x="34584" y="1036873"/>
                  </a:lnTo>
                  <a:lnTo>
                    <a:pt x="31272" y="1101598"/>
                  </a:lnTo>
                  <a:lnTo>
                    <a:pt x="28850" y="1162908"/>
                  </a:lnTo>
                  <a:lnTo>
                    <a:pt x="28505" y="1218318"/>
                  </a:lnTo>
                  <a:lnTo>
                    <a:pt x="29706" y="1269042"/>
                  </a:lnTo>
                  <a:lnTo>
                    <a:pt x="31921" y="1316297"/>
                  </a:lnTo>
                  <a:lnTo>
                    <a:pt x="34621" y="1361297"/>
                  </a:lnTo>
                  <a:lnTo>
                    <a:pt x="37275" y="1405258"/>
                  </a:lnTo>
                  <a:lnTo>
                    <a:pt x="39351" y="1449395"/>
                  </a:lnTo>
                  <a:lnTo>
                    <a:pt x="40320" y="1494924"/>
                  </a:lnTo>
                  <a:lnTo>
                    <a:pt x="39650" y="1543060"/>
                  </a:lnTo>
                  <a:lnTo>
                    <a:pt x="36811" y="1595019"/>
                  </a:lnTo>
                  <a:lnTo>
                    <a:pt x="31272" y="1652016"/>
                  </a:lnTo>
                  <a:lnTo>
                    <a:pt x="26146" y="1700277"/>
                  </a:lnTo>
                  <a:lnTo>
                    <a:pt x="21861" y="1750577"/>
                  </a:lnTo>
                  <a:lnTo>
                    <a:pt x="18406" y="1802432"/>
                  </a:lnTo>
                  <a:lnTo>
                    <a:pt x="15765" y="1855358"/>
                  </a:lnTo>
                  <a:lnTo>
                    <a:pt x="13927" y="1908869"/>
                  </a:lnTo>
                  <a:lnTo>
                    <a:pt x="12877" y="1962482"/>
                  </a:lnTo>
                  <a:lnTo>
                    <a:pt x="12603" y="2015712"/>
                  </a:lnTo>
                  <a:lnTo>
                    <a:pt x="13091" y="2068075"/>
                  </a:lnTo>
                  <a:lnTo>
                    <a:pt x="14327" y="2119087"/>
                  </a:lnTo>
                  <a:lnTo>
                    <a:pt x="16299" y="2168263"/>
                  </a:lnTo>
                  <a:lnTo>
                    <a:pt x="18992" y="2215120"/>
                  </a:lnTo>
                  <a:lnTo>
                    <a:pt x="22395" y="2259172"/>
                  </a:lnTo>
                  <a:lnTo>
                    <a:pt x="26492" y="2299936"/>
                  </a:lnTo>
                  <a:lnTo>
                    <a:pt x="31272" y="2336927"/>
                  </a:lnTo>
                  <a:lnTo>
                    <a:pt x="35749" y="2378866"/>
                  </a:lnTo>
                  <a:lnTo>
                    <a:pt x="37604" y="2422991"/>
                  </a:lnTo>
                  <a:lnTo>
                    <a:pt x="37380" y="2469064"/>
                  </a:lnTo>
                  <a:lnTo>
                    <a:pt x="35618" y="2516848"/>
                  </a:lnTo>
                  <a:lnTo>
                    <a:pt x="32862" y="2566105"/>
                  </a:lnTo>
                  <a:lnTo>
                    <a:pt x="29653" y="2616596"/>
                  </a:lnTo>
                  <a:lnTo>
                    <a:pt x="26534" y="2668086"/>
                  </a:lnTo>
                  <a:lnTo>
                    <a:pt x="24047" y="2720335"/>
                  </a:lnTo>
                  <a:lnTo>
                    <a:pt x="22735" y="2773106"/>
                  </a:lnTo>
                  <a:lnTo>
                    <a:pt x="23140" y="2826162"/>
                  </a:lnTo>
                  <a:lnTo>
                    <a:pt x="25805" y="2879264"/>
                  </a:lnTo>
                  <a:lnTo>
                    <a:pt x="31272" y="2932176"/>
                  </a:lnTo>
                  <a:lnTo>
                    <a:pt x="37017" y="2988972"/>
                  </a:lnTo>
                  <a:lnTo>
                    <a:pt x="39372" y="3044321"/>
                  </a:lnTo>
                  <a:lnTo>
                    <a:pt x="39083" y="3098256"/>
                  </a:lnTo>
                  <a:lnTo>
                    <a:pt x="36899" y="3150808"/>
                  </a:lnTo>
                  <a:lnTo>
                    <a:pt x="33565" y="3202011"/>
                  </a:lnTo>
                  <a:lnTo>
                    <a:pt x="29829" y="3251898"/>
                  </a:lnTo>
                  <a:lnTo>
                    <a:pt x="26439" y="3300500"/>
                  </a:lnTo>
                  <a:lnTo>
                    <a:pt x="24141" y="3347851"/>
                  </a:lnTo>
                  <a:lnTo>
                    <a:pt x="23682" y="3393983"/>
                  </a:lnTo>
                  <a:lnTo>
                    <a:pt x="25810" y="3438928"/>
                  </a:lnTo>
                  <a:lnTo>
                    <a:pt x="31272" y="3482721"/>
                  </a:lnTo>
                  <a:lnTo>
                    <a:pt x="35077" y="3508061"/>
                  </a:lnTo>
                  <a:lnTo>
                    <a:pt x="38387" y="3536512"/>
                  </a:lnTo>
                  <a:lnTo>
                    <a:pt x="43586" y="3602399"/>
                  </a:lnTo>
                  <a:lnTo>
                    <a:pt x="46994" y="3679685"/>
                  </a:lnTo>
                  <a:lnTo>
                    <a:pt x="48066" y="3722383"/>
                  </a:lnTo>
                  <a:lnTo>
                    <a:pt x="48737" y="3767670"/>
                  </a:lnTo>
                  <a:lnTo>
                    <a:pt x="49023" y="3815457"/>
                  </a:lnTo>
                  <a:lnTo>
                    <a:pt x="48941" y="3865657"/>
                  </a:lnTo>
                  <a:lnTo>
                    <a:pt x="48505" y="3918184"/>
                  </a:lnTo>
                  <a:lnTo>
                    <a:pt x="47731" y="3972949"/>
                  </a:lnTo>
                  <a:lnTo>
                    <a:pt x="46636" y="4029865"/>
                  </a:lnTo>
                  <a:lnTo>
                    <a:pt x="45234" y="4088846"/>
                  </a:lnTo>
                  <a:lnTo>
                    <a:pt x="43541" y="4149804"/>
                  </a:lnTo>
                  <a:lnTo>
                    <a:pt x="41574" y="4212651"/>
                  </a:lnTo>
                  <a:lnTo>
                    <a:pt x="39348" y="4277302"/>
                  </a:lnTo>
                  <a:lnTo>
                    <a:pt x="36878" y="4343667"/>
                  </a:lnTo>
                  <a:lnTo>
                    <a:pt x="34181" y="4411660"/>
                  </a:lnTo>
                  <a:lnTo>
                    <a:pt x="31272" y="4481195"/>
                  </a:lnTo>
                  <a:lnTo>
                    <a:pt x="23906" y="4481576"/>
                  </a:lnTo>
                  <a:lnTo>
                    <a:pt x="20477" y="4481195"/>
                  </a:lnTo>
                  <a:lnTo>
                    <a:pt x="12984" y="4481195"/>
                  </a:lnTo>
                  <a:lnTo>
                    <a:pt x="13334" y="4440781"/>
                  </a:lnTo>
                  <a:lnTo>
                    <a:pt x="12976" y="4396722"/>
                  </a:lnTo>
                  <a:lnTo>
                    <a:pt x="12089" y="4349612"/>
                  </a:lnTo>
                  <a:lnTo>
                    <a:pt x="10849" y="4300042"/>
                  </a:lnTo>
                  <a:lnTo>
                    <a:pt x="9432" y="4248606"/>
                  </a:lnTo>
                  <a:lnTo>
                    <a:pt x="8017" y="4195897"/>
                  </a:lnTo>
                  <a:lnTo>
                    <a:pt x="6778" y="4142509"/>
                  </a:lnTo>
                  <a:lnTo>
                    <a:pt x="5895" y="4089033"/>
                  </a:lnTo>
                  <a:lnTo>
                    <a:pt x="5542" y="4036064"/>
                  </a:lnTo>
                  <a:lnTo>
                    <a:pt x="5898" y="3984195"/>
                  </a:lnTo>
                  <a:lnTo>
                    <a:pt x="7139" y="3934018"/>
                  </a:lnTo>
                  <a:lnTo>
                    <a:pt x="9442" y="3886127"/>
                  </a:lnTo>
                  <a:lnTo>
                    <a:pt x="12984" y="3841115"/>
                  </a:lnTo>
                  <a:lnTo>
                    <a:pt x="17455" y="3791735"/>
                  </a:lnTo>
                  <a:lnTo>
                    <a:pt x="20919" y="3745411"/>
                  </a:lnTo>
                  <a:lnTo>
                    <a:pt x="23413" y="3701081"/>
                  </a:lnTo>
                  <a:lnTo>
                    <a:pt x="24974" y="3657682"/>
                  </a:lnTo>
                  <a:lnTo>
                    <a:pt x="25642" y="3614151"/>
                  </a:lnTo>
                  <a:lnTo>
                    <a:pt x="25453" y="3569426"/>
                  </a:lnTo>
                  <a:lnTo>
                    <a:pt x="24445" y="3522444"/>
                  </a:lnTo>
                  <a:lnTo>
                    <a:pt x="22657" y="3472142"/>
                  </a:lnTo>
                  <a:lnTo>
                    <a:pt x="20125" y="3417459"/>
                  </a:lnTo>
                  <a:lnTo>
                    <a:pt x="16888" y="3357331"/>
                  </a:lnTo>
                  <a:lnTo>
                    <a:pt x="12984" y="3290697"/>
                  </a:lnTo>
                  <a:lnTo>
                    <a:pt x="10257" y="3236285"/>
                  </a:lnTo>
                  <a:lnTo>
                    <a:pt x="8605" y="3183306"/>
                  </a:lnTo>
                  <a:lnTo>
                    <a:pt x="7866" y="3131490"/>
                  </a:lnTo>
                  <a:lnTo>
                    <a:pt x="7874" y="3080566"/>
                  </a:lnTo>
                  <a:lnTo>
                    <a:pt x="8467" y="3030264"/>
                  </a:lnTo>
                  <a:lnTo>
                    <a:pt x="9478" y="2980314"/>
                  </a:lnTo>
                  <a:lnTo>
                    <a:pt x="10746" y="2930445"/>
                  </a:lnTo>
                  <a:lnTo>
                    <a:pt x="12104" y="2880388"/>
                  </a:lnTo>
                  <a:lnTo>
                    <a:pt x="13390" y="2829872"/>
                  </a:lnTo>
                  <a:lnTo>
                    <a:pt x="14439" y="2778627"/>
                  </a:lnTo>
                  <a:lnTo>
                    <a:pt x="15087" y="2726383"/>
                  </a:lnTo>
                  <a:lnTo>
                    <a:pt x="15170" y="2672870"/>
                  </a:lnTo>
                  <a:lnTo>
                    <a:pt x="14524" y="2617817"/>
                  </a:lnTo>
                  <a:lnTo>
                    <a:pt x="12984" y="2560955"/>
                  </a:lnTo>
                  <a:lnTo>
                    <a:pt x="11204" y="2496006"/>
                  </a:lnTo>
                  <a:lnTo>
                    <a:pt x="10479" y="2435776"/>
                  </a:lnTo>
                  <a:lnTo>
                    <a:pt x="10591" y="2379686"/>
                  </a:lnTo>
                  <a:lnTo>
                    <a:pt x="11319" y="2327157"/>
                  </a:lnTo>
                  <a:lnTo>
                    <a:pt x="12444" y="2277611"/>
                  </a:lnTo>
                  <a:lnTo>
                    <a:pt x="13746" y="2230469"/>
                  </a:lnTo>
                  <a:lnTo>
                    <a:pt x="15006" y="2185152"/>
                  </a:lnTo>
                  <a:lnTo>
                    <a:pt x="16004" y="2141083"/>
                  </a:lnTo>
                  <a:lnTo>
                    <a:pt x="16520" y="2097682"/>
                  </a:lnTo>
                  <a:lnTo>
                    <a:pt x="16335" y="2054371"/>
                  </a:lnTo>
                  <a:lnTo>
                    <a:pt x="15230" y="2010572"/>
                  </a:lnTo>
                  <a:lnTo>
                    <a:pt x="12984" y="1965706"/>
                  </a:lnTo>
                  <a:lnTo>
                    <a:pt x="9572" y="1913449"/>
                  </a:lnTo>
                  <a:lnTo>
                    <a:pt x="6400" y="1865197"/>
                  </a:lnTo>
                  <a:lnTo>
                    <a:pt x="3663" y="1819587"/>
                  </a:lnTo>
                  <a:lnTo>
                    <a:pt x="1554" y="1775258"/>
                  </a:lnTo>
                  <a:lnTo>
                    <a:pt x="268" y="1730851"/>
                  </a:lnTo>
                  <a:lnTo>
                    <a:pt x="0" y="1685003"/>
                  </a:lnTo>
                  <a:lnTo>
                    <a:pt x="942" y="1636354"/>
                  </a:lnTo>
                  <a:lnTo>
                    <a:pt x="3291" y="1583543"/>
                  </a:lnTo>
                  <a:lnTo>
                    <a:pt x="7240" y="1525209"/>
                  </a:lnTo>
                  <a:lnTo>
                    <a:pt x="12984" y="1459992"/>
                  </a:lnTo>
                  <a:lnTo>
                    <a:pt x="16856" y="1409447"/>
                  </a:lnTo>
                  <a:lnTo>
                    <a:pt x="19069" y="1356917"/>
                  </a:lnTo>
                  <a:lnTo>
                    <a:pt x="19889" y="1302963"/>
                  </a:lnTo>
                  <a:lnTo>
                    <a:pt x="19582" y="1248141"/>
                  </a:lnTo>
                  <a:lnTo>
                    <a:pt x="18414" y="1193010"/>
                  </a:lnTo>
                  <a:lnTo>
                    <a:pt x="16650" y="1138129"/>
                  </a:lnTo>
                  <a:lnTo>
                    <a:pt x="14556" y="1084056"/>
                  </a:lnTo>
                  <a:lnTo>
                    <a:pt x="12397" y="1031349"/>
                  </a:lnTo>
                  <a:lnTo>
                    <a:pt x="10441" y="980568"/>
                  </a:lnTo>
                  <a:lnTo>
                    <a:pt x="8952" y="932269"/>
                  </a:lnTo>
                  <a:lnTo>
                    <a:pt x="8196" y="887013"/>
                  </a:lnTo>
                  <a:lnTo>
                    <a:pt x="8439" y="845357"/>
                  </a:lnTo>
                  <a:lnTo>
                    <a:pt x="9946" y="807860"/>
                  </a:lnTo>
                  <a:lnTo>
                    <a:pt x="12984" y="775081"/>
                  </a:lnTo>
                  <a:lnTo>
                    <a:pt x="16513" y="745151"/>
                  </a:lnTo>
                  <a:lnTo>
                    <a:pt x="19796" y="711801"/>
                  </a:lnTo>
                  <a:lnTo>
                    <a:pt x="25387" y="635134"/>
                  </a:lnTo>
                  <a:lnTo>
                    <a:pt x="27575" y="591965"/>
                  </a:lnTo>
                  <a:lnTo>
                    <a:pt x="29279" y="545672"/>
                  </a:lnTo>
                  <a:lnTo>
                    <a:pt x="30438" y="496328"/>
                  </a:lnTo>
                  <a:lnTo>
                    <a:pt x="30995" y="444007"/>
                  </a:lnTo>
                  <a:lnTo>
                    <a:pt x="30888" y="388783"/>
                  </a:lnTo>
                  <a:lnTo>
                    <a:pt x="30058" y="330731"/>
                  </a:lnTo>
                  <a:lnTo>
                    <a:pt x="28447" y="269924"/>
                  </a:lnTo>
                  <a:lnTo>
                    <a:pt x="25993" y="206437"/>
                  </a:lnTo>
                  <a:lnTo>
                    <a:pt x="22638" y="140344"/>
                  </a:lnTo>
                  <a:lnTo>
                    <a:pt x="18321" y="71718"/>
                  </a:lnTo>
                  <a:lnTo>
                    <a:pt x="12984" y="635"/>
                  </a:lnTo>
                  <a:lnTo>
                    <a:pt x="18064" y="0"/>
                  </a:lnTo>
                  <a:lnTo>
                    <a:pt x="24922" y="0"/>
                  </a:lnTo>
                  <a:lnTo>
                    <a:pt x="31272" y="635"/>
                  </a:lnTo>
                  <a:close/>
                </a:path>
              </a:pathLst>
            </a:custGeom>
            <a:ln w="4267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744" y="856310"/>
            <a:ext cx="40093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>
                <a:latin typeface="Calibri Light"/>
                <a:cs typeface="Calibri Light"/>
              </a:rPr>
              <a:t>Rescan</a:t>
            </a:r>
            <a:r>
              <a:rPr sz="4800" spc="-40">
                <a:latin typeface="Calibri Light"/>
                <a:cs typeface="Calibri Light"/>
              </a:rPr>
              <a:t> </a:t>
            </a:r>
            <a:r>
              <a:rPr sz="4800" spc="-5">
                <a:latin typeface="Calibri Light"/>
                <a:cs typeface="Calibri Light"/>
              </a:rPr>
              <a:t>Modules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999488"/>
            <a:ext cx="11518265" cy="4733290"/>
            <a:chOff x="0" y="1999488"/>
            <a:chExt cx="11518265" cy="4733290"/>
          </a:xfrm>
        </p:grpSpPr>
        <p:sp>
          <p:nvSpPr>
            <p:cNvPr id="4" name="object 4"/>
            <p:cNvSpPr/>
            <p:nvPr/>
          </p:nvSpPr>
          <p:spPr>
            <a:xfrm>
              <a:off x="0" y="1999488"/>
              <a:ext cx="11454765" cy="780415"/>
            </a:xfrm>
            <a:custGeom>
              <a:avLst/>
              <a:gdLst/>
              <a:ahLst/>
              <a:cxnLst/>
              <a:rect l="l" t="t" r="r" b="b"/>
              <a:pathLst>
                <a:path w="11454765" h="780414">
                  <a:moveTo>
                    <a:pt x="11454384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1454384" y="780288"/>
                  </a:lnTo>
                  <a:lnTo>
                    <a:pt x="114543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88461"/>
              <a:ext cx="11518011" cy="45441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203704"/>
              <a:ext cx="11384280" cy="4267200"/>
            </a:xfrm>
            <a:custGeom>
              <a:avLst/>
              <a:gdLst/>
              <a:ahLst/>
              <a:cxnLst/>
              <a:rect l="l" t="t" r="r" b="b"/>
              <a:pathLst>
                <a:path w="11384280" h="4267200">
                  <a:moveTo>
                    <a:pt x="1138428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1384280" y="4267200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2744" y="2417191"/>
            <a:ext cx="4343400" cy="35623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95885" indent="-228600">
              <a:lnSpc>
                <a:spcPct val="899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>
                <a:latin typeface="Calibri"/>
                <a:cs typeface="Calibri"/>
              </a:rPr>
              <a:t>In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20">
                <a:latin typeface="Calibri"/>
                <a:cs typeface="Calibri"/>
              </a:rPr>
              <a:t>Tricentis</a:t>
            </a:r>
            <a:r>
              <a:rPr sz="1900" spc="25">
                <a:latin typeface="Calibri"/>
                <a:cs typeface="Calibri"/>
              </a:rPr>
              <a:t> </a:t>
            </a:r>
            <a:r>
              <a:rPr sz="1900" spc="-45">
                <a:latin typeface="Calibri"/>
                <a:cs typeface="Calibri"/>
              </a:rPr>
              <a:t>Tosca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you</a:t>
            </a:r>
            <a:r>
              <a:rPr sz="1900" spc="-15">
                <a:latin typeface="Calibri"/>
                <a:cs typeface="Calibri"/>
              </a:rPr>
              <a:t> can</a:t>
            </a:r>
            <a:r>
              <a:rPr sz="1900" spc="1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update</a:t>
            </a:r>
            <a:r>
              <a:rPr sz="1900" spc="-15">
                <a:latin typeface="Calibri"/>
                <a:cs typeface="Calibri"/>
              </a:rPr>
              <a:t> existing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Modules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along</a:t>
            </a:r>
            <a:r>
              <a:rPr sz="1900" spc="-10">
                <a:latin typeface="Calibri"/>
                <a:cs typeface="Calibri"/>
              </a:rPr>
              <a:t> with</a:t>
            </a:r>
            <a:r>
              <a:rPr sz="1900" spc="3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their 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ModuleAttributes, </a:t>
            </a:r>
            <a:r>
              <a:rPr sz="1900">
                <a:latin typeface="Calibri"/>
                <a:cs typeface="Calibri"/>
              </a:rPr>
              <a:t>or add </a:t>
            </a:r>
            <a:r>
              <a:rPr sz="1900" spc="-5">
                <a:latin typeface="Calibri"/>
                <a:cs typeface="Calibri"/>
              </a:rPr>
              <a:t>new 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ModuleAttributes</a:t>
            </a:r>
            <a:r>
              <a:rPr sz="1900" spc="1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by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using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Rescan.</a:t>
            </a:r>
            <a:endParaRPr sz="1900">
              <a:latin typeface="Calibri"/>
              <a:cs typeface="Calibri"/>
            </a:endParaRPr>
          </a:p>
          <a:p>
            <a:pPr marL="241300" marR="133350" indent="-228600">
              <a:lnSpc>
                <a:spcPct val="900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20">
                <a:latin typeface="Calibri"/>
                <a:cs typeface="Calibri"/>
              </a:rPr>
              <a:t>Make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sure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that</a:t>
            </a:r>
            <a:r>
              <a:rPr sz="1900" spc="-2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object</a:t>
            </a:r>
            <a:r>
              <a:rPr sz="1900" spc="-20">
                <a:latin typeface="Calibri"/>
                <a:cs typeface="Calibri"/>
              </a:rPr>
              <a:t> to</a:t>
            </a:r>
            <a:r>
              <a:rPr sz="1900">
                <a:latin typeface="Calibri"/>
                <a:cs typeface="Calibri"/>
              </a:rPr>
              <a:t> be</a:t>
            </a:r>
            <a:r>
              <a:rPr sz="1900" spc="-10">
                <a:latin typeface="Calibri"/>
                <a:cs typeface="Calibri"/>
              </a:rPr>
              <a:t> </a:t>
            </a:r>
            <a:r>
              <a:rPr sz="1900" spc="-25">
                <a:latin typeface="Calibri"/>
                <a:cs typeface="Calibri"/>
              </a:rPr>
              <a:t>tested</a:t>
            </a:r>
            <a:r>
              <a:rPr sz="1900" spc="5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is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available,</a:t>
            </a:r>
            <a:r>
              <a:rPr sz="1900">
                <a:latin typeface="Calibri"/>
                <a:cs typeface="Calibri"/>
              </a:rPr>
              <a:t> and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that</a:t>
            </a:r>
            <a:r>
              <a:rPr sz="1900" spc="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-10">
                <a:latin typeface="Calibri"/>
                <a:cs typeface="Calibri"/>
              </a:rPr>
              <a:t> screen</a:t>
            </a:r>
            <a:r>
              <a:rPr sz="1900" spc="2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you </a:t>
            </a:r>
            <a:r>
              <a:rPr sz="1900" spc="-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scanned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with</a:t>
            </a:r>
            <a:r>
              <a:rPr sz="1900" spc="3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this</a:t>
            </a:r>
            <a:r>
              <a:rPr sz="1900">
                <a:latin typeface="Calibri"/>
                <a:cs typeface="Calibri"/>
              </a:rPr>
              <a:t> Module</a:t>
            </a:r>
            <a:r>
              <a:rPr sz="1900" spc="-3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is</a:t>
            </a:r>
            <a:r>
              <a:rPr sz="1900" spc="-25">
                <a:latin typeface="Calibri"/>
                <a:cs typeface="Calibri"/>
              </a:rPr>
              <a:t> ready.</a:t>
            </a:r>
            <a:endParaRPr sz="19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5">
                <a:latin typeface="Calibri"/>
                <a:cs typeface="Calibri"/>
              </a:rPr>
              <a:t>In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40">
                <a:latin typeface="Calibri"/>
                <a:cs typeface="Calibri"/>
              </a:rPr>
              <a:t>Tosca</a:t>
            </a:r>
            <a:r>
              <a:rPr sz="1900" spc="-2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Commander</a:t>
            </a:r>
            <a:r>
              <a:rPr sz="190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right-click</a:t>
            </a:r>
            <a:r>
              <a:rPr sz="1900" spc="50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on</a:t>
            </a:r>
            <a:r>
              <a:rPr sz="1900" spc="-2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 </a:t>
            </a:r>
            <a:r>
              <a:rPr sz="1900">
                <a:latin typeface="Calibri"/>
                <a:cs typeface="Calibri"/>
              </a:rPr>
              <a:t> Module </a:t>
            </a:r>
            <a:r>
              <a:rPr sz="1900" spc="-25">
                <a:latin typeface="Calibri"/>
                <a:cs typeface="Calibri"/>
              </a:rPr>
              <a:t>to </a:t>
            </a:r>
            <a:r>
              <a:rPr sz="1900">
                <a:latin typeface="Calibri"/>
                <a:cs typeface="Calibri"/>
              </a:rPr>
              <a:t>be </a:t>
            </a:r>
            <a:r>
              <a:rPr sz="1900" spc="-10">
                <a:latin typeface="Calibri"/>
                <a:cs typeface="Calibri"/>
              </a:rPr>
              <a:t>synchronized </a:t>
            </a:r>
            <a:r>
              <a:rPr sz="1900">
                <a:latin typeface="Calibri"/>
                <a:cs typeface="Calibri"/>
              </a:rPr>
              <a:t>and </a:t>
            </a:r>
            <a:r>
              <a:rPr sz="1900" spc="-10">
                <a:latin typeface="Calibri"/>
                <a:cs typeface="Calibri"/>
              </a:rPr>
              <a:t>select </a:t>
            </a:r>
            <a:r>
              <a:rPr sz="1900" spc="-5">
                <a:latin typeface="Calibri"/>
                <a:cs typeface="Calibri"/>
              </a:rPr>
              <a:t>the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option</a:t>
            </a:r>
            <a:r>
              <a:rPr sz="1900" spc="-15">
                <a:latin typeface="Calibri"/>
                <a:cs typeface="Calibri"/>
              </a:rPr>
              <a:t> Rescan</a:t>
            </a:r>
            <a:r>
              <a:rPr sz="1900" spc="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from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 spc="-20">
                <a:latin typeface="Calibri"/>
                <a:cs typeface="Calibri"/>
              </a:rPr>
              <a:t>context</a:t>
            </a:r>
            <a:r>
              <a:rPr sz="1900" spc="3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menu.</a:t>
            </a:r>
            <a:endParaRPr sz="1900">
              <a:latin typeface="Calibri"/>
              <a:cs typeface="Calibri"/>
            </a:endParaRPr>
          </a:p>
          <a:p>
            <a:pPr marL="241300" marR="25400" indent="-228600">
              <a:lnSpc>
                <a:spcPts val="2039"/>
              </a:lnSpc>
              <a:spcBef>
                <a:spcPts val="10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900" spc="-45">
                <a:latin typeface="Calibri"/>
                <a:cs typeface="Calibri"/>
              </a:rPr>
              <a:t>Tosca</a:t>
            </a:r>
            <a:r>
              <a:rPr sz="1900" spc="-25">
                <a:latin typeface="Calibri"/>
                <a:cs typeface="Calibri"/>
              </a:rPr>
              <a:t> </a:t>
            </a:r>
            <a:r>
              <a:rPr sz="1900" spc="-15">
                <a:latin typeface="Calibri"/>
                <a:cs typeface="Calibri"/>
              </a:rPr>
              <a:t>Rescan</a:t>
            </a:r>
            <a:r>
              <a:rPr sz="1900" spc="40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will</a:t>
            </a:r>
            <a:r>
              <a:rPr sz="1900" spc="2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open</a:t>
            </a:r>
            <a:r>
              <a:rPr sz="1900" spc="-15">
                <a:latin typeface="Calibri"/>
                <a:cs typeface="Calibri"/>
              </a:rPr>
              <a:t> </a:t>
            </a:r>
            <a:r>
              <a:rPr sz="1900">
                <a:latin typeface="Calibri"/>
                <a:cs typeface="Calibri"/>
              </a:rPr>
              <a:t>and</a:t>
            </a:r>
            <a:r>
              <a:rPr sz="1900" spc="-15">
                <a:latin typeface="Calibri"/>
                <a:cs typeface="Calibri"/>
              </a:rPr>
              <a:t> scan</a:t>
            </a:r>
            <a:r>
              <a:rPr sz="1900" spc="1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the</a:t>
            </a:r>
            <a:r>
              <a:rPr sz="1900" spc="-10">
                <a:latin typeface="Calibri"/>
                <a:cs typeface="Calibri"/>
              </a:rPr>
              <a:t> </a:t>
            </a:r>
            <a:r>
              <a:rPr sz="1900" spc="-5">
                <a:latin typeface="Calibri"/>
                <a:cs typeface="Calibri"/>
              </a:rPr>
              <a:t>open </a:t>
            </a:r>
            <a:r>
              <a:rPr sz="1900" spc="-415">
                <a:latin typeface="Calibri"/>
                <a:cs typeface="Calibri"/>
              </a:rPr>
              <a:t> </a:t>
            </a:r>
            <a:r>
              <a:rPr sz="1900" spc="-10">
                <a:latin typeface="Calibri"/>
                <a:cs typeface="Calibri"/>
              </a:rPr>
              <a:t>screen.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0071" y="1999488"/>
            <a:ext cx="5785485" cy="3660775"/>
            <a:chOff x="5910071" y="1999488"/>
            <a:chExt cx="5785485" cy="36607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0071" y="3020568"/>
              <a:ext cx="5151120" cy="26395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42775" y="1999488"/>
              <a:ext cx="152400" cy="780415"/>
            </a:xfrm>
            <a:custGeom>
              <a:avLst/>
              <a:gdLst/>
              <a:ahLst/>
              <a:cxnLst/>
              <a:rect l="l" t="t" r="r" b="b"/>
              <a:pathLst>
                <a:path w="152400" h="780414">
                  <a:moveTo>
                    <a:pt x="152400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52400" y="78028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366594"/>
            <a:ext cx="2081530" cy="19030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10">
                <a:solidFill>
                  <a:srgbClr val="FFFFFF"/>
                </a:solidFill>
                <a:latin typeface="Calibri Light"/>
                <a:cs typeface="Calibri Light"/>
              </a:rPr>
              <a:t>Action 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15">
                <a:solidFill>
                  <a:srgbClr val="FFFFFF"/>
                </a:solidFill>
                <a:latin typeface="Calibri Light"/>
                <a:cs typeface="Calibri Light"/>
              </a:rPr>
              <a:t>modes 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in </a:t>
            </a:r>
            <a:r>
              <a:rPr sz="4400" spc="-98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30">
                <a:solidFill>
                  <a:srgbClr val="FFFFFF"/>
                </a:solidFill>
                <a:latin typeface="Calibri Light"/>
                <a:cs typeface="Calibri Light"/>
              </a:rPr>
              <a:t>tosca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056" y="4497323"/>
            <a:ext cx="2042160" cy="2040889"/>
          </a:xfrm>
          <a:custGeom>
            <a:avLst/>
            <a:gdLst/>
            <a:ahLst/>
            <a:cxnLst/>
            <a:rect l="l" t="t" r="r" b="b"/>
            <a:pathLst>
              <a:path w="2042159" h="2040890">
                <a:moveTo>
                  <a:pt x="0" y="2040636"/>
                </a:moveTo>
                <a:lnTo>
                  <a:pt x="48205" y="2040078"/>
                </a:lnTo>
                <a:lnTo>
                  <a:pt x="96136" y="2038414"/>
                </a:lnTo>
                <a:lnTo>
                  <a:pt x="143781" y="2035656"/>
                </a:lnTo>
                <a:lnTo>
                  <a:pt x="191128" y="2031816"/>
                </a:lnTo>
                <a:lnTo>
                  <a:pt x="238165" y="2026907"/>
                </a:lnTo>
                <a:lnTo>
                  <a:pt x="284878" y="2020939"/>
                </a:lnTo>
                <a:lnTo>
                  <a:pt x="331257" y="2013927"/>
                </a:lnTo>
                <a:lnTo>
                  <a:pt x="377288" y="2005882"/>
                </a:lnTo>
                <a:lnTo>
                  <a:pt x="422959" y="1996815"/>
                </a:lnTo>
                <a:lnTo>
                  <a:pt x="468258" y="1986741"/>
                </a:lnTo>
                <a:lnTo>
                  <a:pt x="513174" y="1975670"/>
                </a:lnTo>
                <a:lnTo>
                  <a:pt x="557693" y="1963615"/>
                </a:lnTo>
                <a:lnTo>
                  <a:pt x="601803" y="1950588"/>
                </a:lnTo>
                <a:lnTo>
                  <a:pt x="645493" y="1936602"/>
                </a:lnTo>
                <a:lnTo>
                  <a:pt x="688749" y="1921669"/>
                </a:lnTo>
                <a:lnTo>
                  <a:pt x="731560" y="1905801"/>
                </a:lnTo>
                <a:lnTo>
                  <a:pt x="773913" y="1889010"/>
                </a:lnTo>
                <a:lnTo>
                  <a:pt x="815796" y="1871308"/>
                </a:lnTo>
                <a:lnTo>
                  <a:pt x="857198" y="1852708"/>
                </a:lnTo>
                <a:lnTo>
                  <a:pt x="898104" y="1833223"/>
                </a:lnTo>
                <a:lnTo>
                  <a:pt x="938504" y="1812863"/>
                </a:lnTo>
                <a:lnTo>
                  <a:pt x="978385" y="1791642"/>
                </a:lnTo>
                <a:lnTo>
                  <a:pt x="1017735" y="1769572"/>
                </a:lnTo>
                <a:lnTo>
                  <a:pt x="1056541" y="1746665"/>
                </a:lnTo>
                <a:lnTo>
                  <a:pt x="1094792" y="1722933"/>
                </a:lnTo>
                <a:lnTo>
                  <a:pt x="1132475" y="1698388"/>
                </a:lnTo>
                <a:lnTo>
                  <a:pt x="1169577" y="1673043"/>
                </a:lnTo>
                <a:lnTo>
                  <a:pt x="1206087" y="1646911"/>
                </a:lnTo>
                <a:lnTo>
                  <a:pt x="1241992" y="1620002"/>
                </a:lnTo>
                <a:lnTo>
                  <a:pt x="1277280" y="1592330"/>
                </a:lnTo>
                <a:lnTo>
                  <a:pt x="1311939" y="1563907"/>
                </a:lnTo>
                <a:lnTo>
                  <a:pt x="1345957" y="1534745"/>
                </a:lnTo>
                <a:lnTo>
                  <a:pt x="1379320" y="1504856"/>
                </a:lnTo>
                <a:lnTo>
                  <a:pt x="1412018" y="1474252"/>
                </a:lnTo>
                <a:lnTo>
                  <a:pt x="1444037" y="1442947"/>
                </a:lnTo>
                <a:lnTo>
                  <a:pt x="1475366" y="1410951"/>
                </a:lnTo>
                <a:lnTo>
                  <a:pt x="1505992" y="1378277"/>
                </a:lnTo>
                <a:lnTo>
                  <a:pt x="1535903" y="1344938"/>
                </a:lnTo>
                <a:lnTo>
                  <a:pt x="1565086" y="1310946"/>
                </a:lnTo>
                <a:lnTo>
                  <a:pt x="1593530" y="1276313"/>
                </a:lnTo>
                <a:lnTo>
                  <a:pt x="1621223" y="1241051"/>
                </a:lnTo>
                <a:lnTo>
                  <a:pt x="1648151" y="1205172"/>
                </a:lnTo>
                <a:lnTo>
                  <a:pt x="1674302" y="1168689"/>
                </a:lnTo>
                <a:lnTo>
                  <a:pt x="1699666" y="1131614"/>
                </a:lnTo>
                <a:lnTo>
                  <a:pt x="1724228" y="1093960"/>
                </a:lnTo>
                <a:lnTo>
                  <a:pt x="1747977" y="1055738"/>
                </a:lnTo>
                <a:lnTo>
                  <a:pt x="1770901" y="1016960"/>
                </a:lnTo>
                <a:lnTo>
                  <a:pt x="1792987" y="977640"/>
                </a:lnTo>
                <a:lnTo>
                  <a:pt x="1814224" y="937789"/>
                </a:lnTo>
                <a:lnTo>
                  <a:pt x="1834598" y="897419"/>
                </a:lnTo>
                <a:lnTo>
                  <a:pt x="1854098" y="856543"/>
                </a:lnTo>
                <a:lnTo>
                  <a:pt x="1872711" y="815173"/>
                </a:lnTo>
                <a:lnTo>
                  <a:pt x="1890425" y="773321"/>
                </a:lnTo>
                <a:lnTo>
                  <a:pt x="1907228" y="731000"/>
                </a:lnTo>
                <a:lnTo>
                  <a:pt x="1923108" y="688221"/>
                </a:lnTo>
                <a:lnTo>
                  <a:pt x="1938052" y="644998"/>
                </a:lnTo>
                <a:lnTo>
                  <a:pt x="1952048" y="601341"/>
                </a:lnTo>
                <a:lnTo>
                  <a:pt x="1965084" y="557265"/>
                </a:lnTo>
                <a:lnTo>
                  <a:pt x="1977148" y="512779"/>
                </a:lnTo>
                <a:lnTo>
                  <a:pt x="1988226" y="467898"/>
                </a:lnTo>
                <a:lnTo>
                  <a:pt x="1998308" y="422633"/>
                </a:lnTo>
                <a:lnTo>
                  <a:pt x="2007381" y="376997"/>
                </a:lnTo>
                <a:lnTo>
                  <a:pt x="2015432" y="331001"/>
                </a:lnTo>
                <a:lnTo>
                  <a:pt x="2022449" y="284658"/>
                </a:lnTo>
                <a:lnTo>
                  <a:pt x="2028421" y="237981"/>
                </a:lnTo>
                <a:lnTo>
                  <a:pt x="2033334" y="190980"/>
                </a:lnTo>
                <a:lnTo>
                  <a:pt x="2037177" y="143670"/>
                </a:lnTo>
                <a:lnTo>
                  <a:pt x="2039937" y="96062"/>
                </a:lnTo>
                <a:lnTo>
                  <a:pt x="2041602" y="48167"/>
                </a:lnTo>
                <a:lnTo>
                  <a:pt x="2042160" y="0"/>
                </a:lnTo>
              </a:path>
            </a:pathLst>
          </a:custGeom>
          <a:ln w="128016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7296" y="980948"/>
            <a:ext cx="6626225" cy="43942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80">
                <a:latin typeface="Franklin Gothic Medium"/>
                <a:cs typeface="Franklin Gothic Medium"/>
              </a:rPr>
              <a:t>Action</a:t>
            </a:r>
            <a:r>
              <a:rPr sz="2600" spc="-114">
                <a:latin typeface="Franklin Gothic Medium"/>
                <a:cs typeface="Franklin Gothic Medium"/>
              </a:rPr>
              <a:t> </a:t>
            </a:r>
            <a:r>
              <a:rPr sz="2600" spc="-195">
                <a:latin typeface="Franklin Gothic Medium"/>
                <a:cs typeface="Franklin Gothic Medium"/>
              </a:rPr>
              <a:t>Modes</a:t>
            </a:r>
            <a:r>
              <a:rPr sz="2600" spc="-150">
                <a:latin typeface="Franklin Gothic Medium"/>
                <a:cs typeface="Franklin Gothic Medium"/>
              </a:rPr>
              <a:t> </a:t>
            </a:r>
            <a:r>
              <a:rPr sz="2600" spc="-200">
                <a:latin typeface="Franklin Gothic Medium"/>
                <a:cs typeface="Franklin Gothic Medium"/>
              </a:rPr>
              <a:t>perform</a:t>
            </a:r>
            <a:r>
              <a:rPr sz="2600" spc="-160">
                <a:latin typeface="Franklin Gothic Medium"/>
                <a:cs typeface="Franklin Gothic Medium"/>
              </a:rPr>
              <a:t> </a:t>
            </a:r>
            <a:r>
              <a:rPr sz="2600" spc="-175">
                <a:latin typeface="Franklin Gothic Medium"/>
                <a:cs typeface="Franklin Gothic Medium"/>
              </a:rPr>
              <a:t>reading</a:t>
            </a:r>
            <a:r>
              <a:rPr sz="2600" spc="-160">
                <a:latin typeface="Franklin Gothic Medium"/>
                <a:cs typeface="Franklin Gothic Medium"/>
              </a:rPr>
              <a:t> </a:t>
            </a:r>
            <a:r>
              <a:rPr sz="2600" spc="-170">
                <a:latin typeface="Franklin Gothic Medium"/>
                <a:cs typeface="Franklin Gothic Medium"/>
              </a:rPr>
              <a:t>or</a:t>
            </a:r>
            <a:r>
              <a:rPr sz="2600" spc="-145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input</a:t>
            </a:r>
            <a:r>
              <a:rPr sz="2600" spc="-150">
                <a:latin typeface="Franklin Gothic Medium"/>
                <a:cs typeface="Franklin Gothic Medium"/>
              </a:rPr>
              <a:t> </a:t>
            </a:r>
            <a:r>
              <a:rPr sz="2600" spc="-165">
                <a:latin typeface="Franklin Gothic Medium"/>
                <a:cs typeface="Franklin Gothic Medium"/>
              </a:rPr>
              <a:t>operations</a:t>
            </a:r>
            <a:r>
              <a:rPr sz="2600" spc="-155">
                <a:latin typeface="Franklin Gothic Medium"/>
                <a:cs typeface="Franklin Gothic Medium"/>
              </a:rPr>
              <a:t> </a:t>
            </a:r>
            <a:r>
              <a:rPr sz="2600" spc="-200">
                <a:latin typeface="Franklin Gothic Medium"/>
                <a:cs typeface="Franklin Gothic Medium"/>
              </a:rPr>
              <a:t>on </a:t>
            </a:r>
            <a:r>
              <a:rPr sz="2600" spc="-635">
                <a:latin typeface="Franklin Gothic Medium"/>
                <a:cs typeface="Franklin Gothic Medium"/>
              </a:rPr>
              <a:t> </a:t>
            </a:r>
            <a:r>
              <a:rPr sz="2600" spc="-215">
                <a:latin typeface="Franklin Gothic Medium"/>
                <a:cs typeface="Franklin Gothic Medium"/>
              </a:rPr>
              <a:t>a</a:t>
            </a:r>
            <a:r>
              <a:rPr sz="2600" spc="-165">
                <a:latin typeface="Franklin Gothic Medium"/>
                <a:cs typeface="Franklin Gothic Medium"/>
              </a:rPr>
              <a:t> </a:t>
            </a:r>
            <a:r>
              <a:rPr sz="2600" spc="-135">
                <a:latin typeface="Franklin Gothic Medium"/>
                <a:cs typeface="Franklin Gothic Medium"/>
              </a:rPr>
              <a:t>control.</a:t>
            </a:r>
            <a:r>
              <a:rPr sz="2600" spc="-120">
                <a:latin typeface="Franklin Gothic Medium"/>
                <a:cs typeface="Franklin Gothic Medium"/>
              </a:rPr>
              <a:t> </a:t>
            </a:r>
            <a:r>
              <a:rPr sz="2600" spc="-200">
                <a:latin typeface="Franklin Gothic Medium"/>
                <a:cs typeface="Franklin Gothic Medium"/>
              </a:rPr>
              <a:t>Reading</a:t>
            </a:r>
            <a:r>
              <a:rPr sz="2600" spc="-160">
                <a:latin typeface="Franklin Gothic Medium"/>
                <a:cs typeface="Franklin Gothic Medium"/>
              </a:rPr>
              <a:t> </a:t>
            </a:r>
            <a:r>
              <a:rPr sz="2600" spc="-165">
                <a:latin typeface="Franklin Gothic Medium"/>
                <a:cs typeface="Franklin Gothic Medium"/>
              </a:rPr>
              <a:t>operations</a:t>
            </a:r>
            <a:r>
              <a:rPr sz="2600" spc="-160">
                <a:latin typeface="Franklin Gothic Medium"/>
                <a:cs typeface="Franklin Gothic Medium"/>
              </a:rPr>
              <a:t> </a:t>
            </a:r>
            <a:r>
              <a:rPr sz="2600" spc="-190">
                <a:latin typeface="Franklin Gothic Medium"/>
                <a:cs typeface="Franklin Gothic Medium"/>
              </a:rPr>
              <a:t>read</a:t>
            </a:r>
            <a:r>
              <a:rPr sz="2600" spc="-145">
                <a:latin typeface="Franklin Gothic Medium"/>
                <a:cs typeface="Franklin Gothic Medium"/>
              </a:rPr>
              <a:t> </a:t>
            </a:r>
            <a:r>
              <a:rPr sz="2600" spc="-195">
                <a:latin typeface="Franklin Gothic Medium"/>
                <a:cs typeface="Franklin Gothic Medium"/>
              </a:rPr>
              <a:t>the</a:t>
            </a:r>
            <a:r>
              <a:rPr sz="2600" spc="-160">
                <a:latin typeface="Franklin Gothic Medium"/>
                <a:cs typeface="Franklin Gothic Medium"/>
              </a:rPr>
              <a:t> property</a:t>
            </a:r>
            <a:r>
              <a:rPr sz="2600" spc="-145">
                <a:latin typeface="Franklin Gothic Medium"/>
                <a:cs typeface="Franklin Gothic Medium"/>
              </a:rPr>
              <a:t> </a:t>
            </a:r>
            <a:r>
              <a:rPr sz="2600" spc="-175">
                <a:latin typeface="Franklin Gothic Medium"/>
                <a:cs typeface="Franklin Gothic Medium"/>
              </a:rPr>
              <a:t>that </a:t>
            </a:r>
            <a:r>
              <a:rPr sz="2600" spc="-170">
                <a:latin typeface="Franklin Gothic Medium"/>
                <a:cs typeface="Franklin Gothic Medium"/>
              </a:rPr>
              <a:t> </a:t>
            </a:r>
            <a:r>
              <a:rPr sz="2600" spc="-114">
                <a:latin typeface="Franklin Gothic Medium"/>
                <a:cs typeface="Franklin Gothic Medium"/>
              </a:rPr>
              <a:t>is</a:t>
            </a:r>
            <a:r>
              <a:rPr sz="2600" spc="-155">
                <a:latin typeface="Franklin Gothic Medium"/>
                <a:cs typeface="Franklin Gothic Medium"/>
              </a:rPr>
              <a:t> </a:t>
            </a:r>
            <a:r>
              <a:rPr sz="2600" spc="-165">
                <a:latin typeface="Franklin Gothic Medium"/>
                <a:cs typeface="Franklin Gothic Medium"/>
              </a:rPr>
              <a:t>defined</a:t>
            </a:r>
            <a:r>
              <a:rPr sz="2600" spc="-180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for</a:t>
            </a:r>
            <a:r>
              <a:rPr sz="2600" spc="-170">
                <a:latin typeface="Franklin Gothic Medium"/>
                <a:cs typeface="Franklin Gothic Medium"/>
              </a:rPr>
              <a:t> </a:t>
            </a:r>
            <a:r>
              <a:rPr sz="2600" spc="-215">
                <a:latin typeface="Franklin Gothic Medium"/>
                <a:cs typeface="Franklin Gothic Medium"/>
              </a:rPr>
              <a:t>a</a:t>
            </a:r>
            <a:r>
              <a:rPr sz="2600" spc="-165">
                <a:latin typeface="Franklin Gothic Medium"/>
                <a:cs typeface="Franklin Gothic Medium"/>
              </a:rPr>
              <a:t> </a:t>
            </a:r>
            <a:r>
              <a:rPr sz="2600" spc="-135">
                <a:latin typeface="Franklin Gothic Medium"/>
                <a:cs typeface="Franklin Gothic Medium"/>
              </a:rPr>
              <a:t>control.</a:t>
            </a:r>
            <a:r>
              <a:rPr sz="2600" spc="-114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Input</a:t>
            </a:r>
            <a:r>
              <a:rPr sz="2600" spc="-170">
                <a:latin typeface="Franklin Gothic Medium"/>
                <a:cs typeface="Franklin Gothic Medium"/>
              </a:rPr>
              <a:t> </a:t>
            </a:r>
            <a:r>
              <a:rPr sz="2600" spc="-165">
                <a:latin typeface="Franklin Gothic Medium"/>
                <a:cs typeface="Franklin Gothic Medium"/>
              </a:rPr>
              <a:t>operations</a:t>
            </a:r>
            <a:r>
              <a:rPr sz="2600" spc="-130">
                <a:latin typeface="Franklin Gothic Medium"/>
                <a:cs typeface="Franklin Gothic Medium"/>
              </a:rPr>
              <a:t> </a:t>
            </a:r>
            <a:r>
              <a:rPr sz="2600" spc="-210">
                <a:latin typeface="Franklin Gothic Medium"/>
                <a:cs typeface="Franklin Gothic Medium"/>
              </a:rPr>
              <a:t>modify</a:t>
            </a:r>
            <a:r>
              <a:rPr sz="2600" spc="-190">
                <a:latin typeface="Franklin Gothic Medium"/>
                <a:cs typeface="Franklin Gothic Medium"/>
              </a:rPr>
              <a:t> </a:t>
            </a:r>
            <a:r>
              <a:rPr sz="2600" spc="-195">
                <a:latin typeface="Franklin Gothic Medium"/>
                <a:cs typeface="Franklin Gothic Medium"/>
              </a:rPr>
              <a:t>the </a:t>
            </a:r>
            <a:r>
              <a:rPr sz="2600" spc="-190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d</a:t>
            </a:r>
            <a:r>
              <a:rPr sz="2600" spc="-235">
                <a:latin typeface="Franklin Gothic Medium"/>
                <a:cs typeface="Franklin Gothic Medium"/>
              </a:rPr>
              <a:t>e</a:t>
            </a:r>
            <a:r>
              <a:rPr sz="2600" spc="-85">
                <a:latin typeface="Franklin Gothic Medium"/>
                <a:cs typeface="Franklin Gothic Medium"/>
              </a:rPr>
              <a:t>f</a:t>
            </a:r>
            <a:r>
              <a:rPr sz="2600" spc="-150">
                <a:latin typeface="Franklin Gothic Medium"/>
                <a:cs typeface="Franklin Gothic Medium"/>
              </a:rPr>
              <a:t>in</a:t>
            </a:r>
            <a:r>
              <a:rPr sz="2600" spc="-195">
                <a:latin typeface="Franklin Gothic Medium"/>
                <a:cs typeface="Franklin Gothic Medium"/>
              </a:rPr>
              <a:t>e</a:t>
            </a:r>
            <a:r>
              <a:rPr sz="2600" spc="-165">
                <a:latin typeface="Franklin Gothic Medium"/>
                <a:cs typeface="Franklin Gothic Medium"/>
              </a:rPr>
              <a:t>d</a:t>
            </a:r>
            <a:r>
              <a:rPr sz="2600" spc="-190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p</a:t>
            </a:r>
            <a:r>
              <a:rPr sz="2600" spc="-125">
                <a:latin typeface="Franklin Gothic Medium"/>
                <a:cs typeface="Franklin Gothic Medium"/>
              </a:rPr>
              <a:t>r</a:t>
            </a:r>
            <a:r>
              <a:rPr sz="2600" spc="-175">
                <a:latin typeface="Franklin Gothic Medium"/>
                <a:cs typeface="Franklin Gothic Medium"/>
              </a:rPr>
              <a:t>o</a:t>
            </a:r>
            <a:r>
              <a:rPr sz="2600" spc="-160">
                <a:latin typeface="Franklin Gothic Medium"/>
                <a:cs typeface="Franklin Gothic Medium"/>
              </a:rPr>
              <a:t>p</a:t>
            </a:r>
            <a:r>
              <a:rPr sz="2600" spc="-229">
                <a:latin typeface="Franklin Gothic Medium"/>
                <a:cs typeface="Franklin Gothic Medium"/>
              </a:rPr>
              <a:t>e</a:t>
            </a:r>
            <a:r>
              <a:rPr sz="2600" spc="-60">
                <a:latin typeface="Franklin Gothic Medium"/>
                <a:cs typeface="Franklin Gothic Medium"/>
              </a:rPr>
              <a:t>r</a:t>
            </a:r>
            <a:r>
              <a:rPr sz="2600" spc="-150">
                <a:latin typeface="Franklin Gothic Medium"/>
                <a:cs typeface="Franklin Gothic Medium"/>
              </a:rPr>
              <a:t>t</a:t>
            </a:r>
            <a:r>
              <a:rPr sz="2600" spc="-225">
                <a:latin typeface="Franklin Gothic Medium"/>
                <a:cs typeface="Franklin Gothic Medium"/>
              </a:rPr>
              <a:t>y</a:t>
            </a:r>
            <a:r>
              <a:rPr sz="2600" spc="-145">
                <a:latin typeface="Franklin Gothic Medium"/>
                <a:cs typeface="Franklin Gothic Medium"/>
              </a:rPr>
              <a:t> </a:t>
            </a:r>
            <a:r>
              <a:rPr sz="2600" spc="-160">
                <a:latin typeface="Franklin Gothic Medium"/>
                <a:cs typeface="Franklin Gothic Medium"/>
              </a:rPr>
              <a:t>d</a:t>
            </a:r>
            <a:r>
              <a:rPr sz="2600" spc="-165">
                <a:latin typeface="Franklin Gothic Medium"/>
                <a:cs typeface="Franklin Gothic Medium"/>
              </a:rPr>
              <a:t>urin</a:t>
            </a:r>
            <a:r>
              <a:rPr sz="2600" spc="-200">
                <a:latin typeface="Franklin Gothic Medium"/>
                <a:cs typeface="Franklin Gothic Medium"/>
              </a:rPr>
              <a:t>g</a:t>
            </a:r>
            <a:r>
              <a:rPr sz="2600" spc="-170">
                <a:latin typeface="Franklin Gothic Medium"/>
                <a:cs typeface="Franklin Gothic Medium"/>
              </a:rPr>
              <a:t> </a:t>
            </a:r>
            <a:r>
              <a:rPr sz="2600" spc="-125">
                <a:latin typeface="Franklin Gothic Medium"/>
                <a:cs typeface="Franklin Gothic Medium"/>
              </a:rPr>
              <a:t>t</a:t>
            </a:r>
            <a:r>
              <a:rPr sz="2600" spc="-204">
                <a:latin typeface="Franklin Gothic Medium"/>
                <a:cs typeface="Franklin Gothic Medium"/>
              </a:rPr>
              <a:t>e</a:t>
            </a:r>
            <a:r>
              <a:rPr sz="2600" spc="-165">
                <a:latin typeface="Franklin Gothic Medium"/>
                <a:cs typeface="Franklin Gothic Medium"/>
              </a:rPr>
              <a:t>s</a:t>
            </a:r>
            <a:r>
              <a:rPr sz="2600" spc="-135">
                <a:latin typeface="Franklin Gothic Medium"/>
                <a:cs typeface="Franklin Gothic Medium"/>
              </a:rPr>
              <a:t>t </a:t>
            </a:r>
            <a:r>
              <a:rPr sz="2600" spc="-240">
                <a:latin typeface="Franklin Gothic Medium"/>
                <a:cs typeface="Franklin Gothic Medium"/>
              </a:rPr>
              <a:t>e</a:t>
            </a:r>
            <a:r>
              <a:rPr sz="2600" spc="-195">
                <a:latin typeface="Franklin Gothic Medium"/>
                <a:cs typeface="Franklin Gothic Medium"/>
              </a:rPr>
              <a:t>x</a:t>
            </a:r>
            <a:r>
              <a:rPr sz="2600" spc="-150">
                <a:latin typeface="Franklin Gothic Medium"/>
                <a:cs typeface="Franklin Gothic Medium"/>
              </a:rPr>
              <a:t>ecution.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4">
                <a:latin typeface="Franklin Gothic Medium"/>
                <a:cs typeface="Franklin Gothic Medium"/>
              </a:rPr>
              <a:t>INPUT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04">
                <a:latin typeface="Franklin Gothic Medium"/>
                <a:cs typeface="Franklin Gothic Medium"/>
              </a:rPr>
              <a:t>BUFFER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29">
                <a:latin typeface="Franklin Gothic Medium"/>
                <a:cs typeface="Franklin Gothic Medium"/>
              </a:rPr>
              <a:t>VERIFY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80">
                <a:latin typeface="Franklin Gothic Medium"/>
                <a:cs typeface="Franklin Gothic Medium"/>
              </a:rPr>
              <a:t>WAITON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20">
                <a:latin typeface="Franklin Gothic Medium"/>
                <a:cs typeface="Franklin Gothic Medium"/>
              </a:rPr>
              <a:t>CONSTRAINT</a:t>
            </a:r>
            <a:endParaRPr sz="2600">
              <a:latin typeface="Franklin Gothic Medium"/>
              <a:cs typeface="Franklin Gothic Medium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10">
                <a:latin typeface="Franklin Gothic Medium"/>
                <a:cs typeface="Franklin Gothic Medium"/>
              </a:rPr>
              <a:t>SELECT</a:t>
            </a:r>
            <a:endParaRPr sz="2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84914" y="461263"/>
            <a:ext cx="7282543" cy="7126951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205740">
              <a:lnSpc>
                <a:spcPts val="1730"/>
              </a:lnSpc>
              <a:spcBef>
                <a:spcPts val="325"/>
              </a:spcBef>
              <a:tabLst>
                <a:tab pos="240665" algn="l"/>
                <a:tab pos="241300" algn="l"/>
              </a:tabLst>
            </a:pPr>
            <a:r>
              <a:rPr lang="en-IN" sz="2000" b="1" spc="5" dirty="0">
                <a:latin typeface="Calibri"/>
                <a:cs typeface="Calibri"/>
              </a:rPr>
              <a:t>I</a:t>
            </a:r>
            <a:r>
              <a:rPr sz="2000" b="1" spc="5" dirty="0">
                <a:latin typeface="Calibri"/>
                <a:cs typeface="Calibri"/>
              </a:rPr>
              <a:t>NPUT</a:t>
            </a:r>
            <a:r>
              <a:rPr sz="2000" spc="5" dirty="0">
                <a:latin typeface="Calibri"/>
                <a:cs typeface="Calibri"/>
              </a:rPr>
              <a:t>-The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transfer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 </a:t>
            </a:r>
            <a:r>
              <a:rPr sz="2000" spc="-20" dirty="0">
                <a:latin typeface="Calibri"/>
                <a:cs typeface="Calibri"/>
              </a:rPr>
              <a:t>to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 </a:t>
            </a:r>
            <a:r>
              <a:rPr sz="2000" spc="-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</a:t>
            </a:r>
            <a:endParaRPr lang="en-IN" sz="2000" spc="-5" dirty="0">
              <a:latin typeface="Calibri"/>
              <a:cs typeface="Calibri"/>
            </a:endParaRPr>
          </a:p>
          <a:p>
            <a:pPr marL="12700" marR="205740">
              <a:lnSpc>
                <a:spcPts val="1730"/>
              </a:lnSpc>
              <a:spcBef>
                <a:spcPts val="325"/>
              </a:spcBef>
              <a:tabLst>
                <a:tab pos="240665" algn="l"/>
                <a:tab pos="241300" algn="l"/>
              </a:tabLst>
            </a:pPr>
            <a:endParaRPr lang="en-IN" sz="2000" spc="-5" dirty="0">
              <a:latin typeface="Calibri"/>
              <a:cs typeface="Calibri"/>
            </a:endParaRPr>
          </a:p>
          <a:p>
            <a:pPr marL="12700" marR="205740">
              <a:lnSpc>
                <a:spcPts val="1730"/>
              </a:lnSpc>
              <a:spcBef>
                <a:spcPts val="325"/>
              </a:spcBef>
              <a:tabLst>
                <a:tab pos="240665" algn="l"/>
                <a:tab pos="241300" algn="l"/>
              </a:tabLst>
            </a:pPr>
            <a:r>
              <a:rPr lang="en-US" sz="2000" b="1" dirty="0">
                <a:cs typeface="Calibri"/>
              </a:rPr>
              <a:t>SELECT</a:t>
            </a:r>
            <a:r>
              <a:rPr lang="en-US" sz="2000" dirty="0">
                <a:cs typeface="Calibri"/>
              </a:rPr>
              <a:t>-The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Action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Mode</a:t>
            </a:r>
            <a:r>
              <a:rPr lang="en-US" sz="2000" spc="-10" dirty="0">
                <a:cs typeface="Calibri"/>
              </a:rPr>
              <a:t> </a:t>
            </a:r>
            <a:r>
              <a:rPr lang="en-US" sz="2000" b="1" dirty="0">
                <a:cs typeface="Calibri"/>
              </a:rPr>
              <a:t>Select</a:t>
            </a:r>
            <a:r>
              <a:rPr lang="en-US" sz="2000" b="1" spc="-25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allows</a:t>
            </a:r>
            <a:r>
              <a:rPr lang="en-US" sz="2000" dirty="0">
                <a:cs typeface="Calibri"/>
              </a:rPr>
              <a:t> </a:t>
            </a:r>
            <a:r>
              <a:rPr lang="en-US" sz="2000" spc="-15" dirty="0">
                <a:cs typeface="Calibri"/>
              </a:rPr>
              <a:t>you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20" dirty="0">
                <a:cs typeface="Calibri"/>
              </a:rPr>
              <a:t>to</a:t>
            </a:r>
            <a:r>
              <a:rPr lang="en-US" sz="2000" spc="4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select</a:t>
            </a:r>
            <a:r>
              <a:rPr lang="en-US" sz="2000" spc="10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specified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5" dirty="0">
                <a:cs typeface="Calibri"/>
              </a:rPr>
              <a:t>nodes</a:t>
            </a:r>
            <a:endParaRPr lang="en-US" sz="2000" dirty="0"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ts val="1825"/>
              </a:lnSpc>
              <a:spcBef>
                <a:spcPts val="5"/>
              </a:spcBef>
              <a:tabLst>
                <a:tab pos="240665" algn="l"/>
                <a:tab pos="241300" algn="l"/>
              </a:tabLst>
            </a:pPr>
            <a:r>
              <a:rPr sz="2000" b="1" spc="-5" dirty="0">
                <a:latin typeface="Calibri"/>
                <a:cs typeface="Calibri"/>
              </a:rPr>
              <a:t>Verify</a:t>
            </a:r>
            <a:r>
              <a:rPr sz="2000" spc="-5" dirty="0">
                <a:latin typeface="Calibri"/>
                <a:cs typeface="Calibri"/>
              </a:rPr>
              <a:t>-The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Mode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Verify </a:t>
            </a:r>
            <a:r>
              <a:rPr sz="2000" spc="-10" dirty="0">
                <a:latin typeface="Calibri"/>
                <a:cs typeface="Calibri"/>
              </a:rPr>
              <a:t>allows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control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properties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 </a:t>
            </a:r>
            <a:r>
              <a:rPr sz="2000" spc="-20" dirty="0">
                <a:latin typeface="Calibri"/>
                <a:cs typeface="Calibri"/>
              </a:rPr>
              <a:t>test</a:t>
            </a:r>
            <a:r>
              <a:rPr lang="en-IN" sz="2000" dirty="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objects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verified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 dirty="0">
              <a:latin typeface="Calibri"/>
              <a:cs typeface="Calibri"/>
            </a:endParaRPr>
          </a:p>
          <a:p>
            <a:pPr marL="12700" marR="85725"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WAIT</a:t>
            </a:r>
            <a:r>
              <a:rPr lang="en-IN" sz="2000" b="1" spc="-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ON-</a:t>
            </a:r>
            <a:r>
              <a:rPr sz="2000" spc="-1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system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waits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until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control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matches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specified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Value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column</a:t>
            </a:r>
            <a:r>
              <a:rPr lang="en-IN" sz="2000" spc="-10" dirty="0">
                <a:latin typeface="Calibri"/>
                <a:cs typeface="Calibri"/>
              </a:rPr>
              <a:t>.</a:t>
            </a:r>
            <a:r>
              <a:rPr lang="en-IN" sz="2000" spc="10" dirty="0">
                <a:latin typeface="Calibri"/>
                <a:cs typeface="Calibri"/>
              </a:rPr>
              <a:t>Used to perform dynamic waits .Used to wait for entered value or message or control to visible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12700" marR="198755">
              <a:spcBef>
                <a:spcPts val="1000"/>
              </a:spcBef>
              <a:tabLst>
                <a:tab pos="240665" algn="l"/>
                <a:tab pos="241300" algn="l"/>
              </a:tabLst>
            </a:pPr>
            <a:r>
              <a:rPr sz="2000" b="1" spc="-5" dirty="0">
                <a:latin typeface="Calibri"/>
                <a:cs typeface="Calibri"/>
              </a:rPr>
              <a:t>CONSTRIANT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lang="en-IN" sz="2000" spc="-5" dirty="0">
                <a:latin typeface="Calibri"/>
                <a:cs typeface="Calibri"/>
              </a:rPr>
              <a:t> It allows you to identify one specific item in a list of similar items. The item you are looking for needs to be uniquely identifiable .</a:t>
            </a:r>
          </a:p>
          <a:p>
            <a:pPr marL="12700" marR="198755">
              <a:lnSpc>
                <a:spcPts val="1730"/>
              </a:lnSpc>
              <a:spcBef>
                <a:spcPts val="1000"/>
              </a:spcBef>
              <a:tabLst>
                <a:tab pos="240665" algn="l"/>
                <a:tab pos="241300" algn="l"/>
              </a:tabLst>
            </a:pPr>
            <a:endParaRPr lang="en-IN" sz="2000" spc="-5" dirty="0">
              <a:latin typeface="Calibri"/>
              <a:cs typeface="Calibri"/>
            </a:endParaRPr>
          </a:p>
          <a:p>
            <a:pPr marL="12700" marR="198755">
              <a:spcBef>
                <a:spcPts val="1000"/>
              </a:spcBef>
              <a:tabLst>
                <a:tab pos="240665" algn="l"/>
                <a:tab pos="241300" algn="l"/>
              </a:tabLst>
            </a:pPr>
            <a:r>
              <a:rPr lang="en-US" sz="2000" b="1" dirty="0">
                <a:cs typeface="Calibri"/>
              </a:rPr>
              <a:t>Buffer</a:t>
            </a:r>
            <a:r>
              <a:rPr lang="en-US" sz="2000" dirty="0">
                <a:cs typeface="Calibri"/>
              </a:rPr>
              <a:t>-It allows us to save and reuse the value </a:t>
            </a:r>
            <a:r>
              <a:rPr lang="en-US" sz="2000" spc="-15" dirty="0">
                <a:cs typeface="Calibri"/>
              </a:rPr>
              <a:t>.This makes verification flexible .Instead of using hard coded data. Save generated value by using buffer.</a:t>
            </a:r>
          </a:p>
          <a:p>
            <a:pPr marL="12700" marR="198755">
              <a:spcBef>
                <a:spcPts val="1000"/>
              </a:spcBef>
              <a:tabLst>
                <a:tab pos="240665" algn="l"/>
                <a:tab pos="241300" algn="l"/>
              </a:tabLst>
            </a:pPr>
            <a:r>
              <a:rPr lang="en-US" sz="2000" spc="-15" dirty="0">
                <a:cs typeface="Calibri"/>
              </a:rPr>
              <a:t>Syntax:{B[</a:t>
            </a:r>
            <a:r>
              <a:rPr lang="en-US" sz="2000" spc="-15" dirty="0" err="1">
                <a:cs typeface="Calibri"/>
              </a:rPr>
              <a:t>Buffername</a:t>
            </a:r>
            <a:r>
              <a:rPr lang="en-US" sz="2000" spc="-15" dirty="0">
                <a:cs typeface="Calibri"/>
              </a:rPr>
              <a:t>]}</a:t>
            </a:r>
            <a:endParaRPr lang="en-US" sz="2000" dirty="0">
              <a:cs typeface="Calibri"/>
            </a:endParaRPr>
          </a:p>
          <a:p>
            <a:pPr marL="12700" marR="198755">
              <a:lnSpc>
                <a:spcPts val="1730"/>
              </a:lnSpc>
              <a:spcBef>
                <a:spcPts val="1000"/>
              </a:spcBef>
              <a:tabLst>
                <a:tab pos="240665" algn="l"/>
                <a:tab pos="241300" algn="l"/>
              </a:tabLst>
            </a:pPr>
            <a:endParaRPr lang="en-IN" spc="-5" dirty="0">
              <a:latin typeface="Calibri"/>
              <a:cs typeface="Calibri"/>
            </a:endParaRPr>
          </a:p>
          <a:p>
            <a:pPr marL="12700" marR="198755">
              <a:lnSpc>
                <a:spcPts val="1730"/>
              </a:lnSpc>
              <a:spcBef>
                <a:spcPts val="1000"/>
              </a:spcBef>
              <a:tabLst>
                <a:tab pos="240665" algn="l"/>
                <a:tab pos="241300" algn="l"/>
              </a:tabLst>
            </a:pPr>
            <a:endParaRPr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C4D78FF-24D0-E33A-6EB3-3B3A96B9FDCD}"/>
              </a:ext>
            </a:extLst>
          </p:cNvPr>
          <p:cNvSpPr/>
          <p:nvPr/>
        </p:nvSpPr>
        <p:spPr>
          <a:xfrm>
            <a:off x="23889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5693A15-4BCD-C072-8CD7-53D801FA0E79}"/>
              </a:ext>
            </a:extLst>
          </p:cNvPr>
          <p:cNvSpPr txBox="1"/>
          <p:nvPr/>
        </p:nvSpPr>
        <p:spPr>
          <a:xfrm>
            <a:off x="675614" y="1676400"/>
            <a:ext cx="2815642" cy="2641108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sz="4400" spc="-10">
                <a:solidFill>
                  <a:srgbClr val="FFFFFF"/>
                </a:solidFill>
                <a:latin typeface="Calibri Light"/>
                <a:cs typeface="Calibri Light"/>
              </a:rPr>
              <a:t>Action 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15">
                <a:solidFill>
                  <a:srgbClr val="FFFFFF"/>
                </a:solidFill>
                <a:latin typeface="Calibri Light"/>
                <a:cs typeface="Calibri Light"/>
              </a:rPr>
              <a:t>modes </a:t>
            </a:r>
            <a:r>
              <a:rPr sz="4400" spc="-5">
                <a:solidFill>
                  <a:srgbClr val="FFFFFF"/>
                </a:solidFill>
                <a:latin typeface="Calibri Light"/>
                <a:cs typeface="Calibri Light"/>
              </a:rPr>
              <a:t>in </a:t>
            </a:r>
            <a:r>
              <a:rPr sz="4400" spc="-98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30">
                <a:solidFill>
                  <a:srgbClr val="FFFFFF"/>
                </a:solidFill>
                <a:latin typeface="Calibri Light"/>
                <a:cs typeface="Calibri Light"/>
              </a:rPr>
              <a:t>tosca</a:t>
            </a:r>
            <a:r>
              <a:rPr lang="en-US" sz="4400" spc="-30">
                <a:solidFill>
                  <a:srgbClr val="FFFFFF"/>
                </a:solidFill>
                <a:latin typeface="Calibri Light"/>
                <a:cs typeface="Calibri Light"/>
              </a:rPr>
              <a:t> : </a:t>
            </a:r>
          </a:p>
          <a:p>
            <a:pPr marL="12700" marR="5080">
              <a:lnSpc>
                <a:spcPts val="4750"/>
              </a:lnSpc>
              <a:spcBef>
                <a:spcPts val="695"/>
              </a:spcBef>
            </a:pPr>
            <a:r>
              <a:rPr lang="en-US" sz="4400" spc="-30">
                <a:solidFill>
                  <a:srgbClr val="FFFFFF"/>
                </a:solidFill>
                <a:latin typeface="Calibri Light"/>
                <a:cs typeface="Calibri Light"/>
              </a:rPr>
              <a:t>Explanation</a:t>
            </a:r>
            <a:endParaRPr sz="4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744" y="856310"/>
            <a:ext cx="21005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">
                <a:latin typeface="Calibri Light"/>
                <a:cs typeface="Calibri Light"/>
              </a:rPr>
              <a:t>Libraries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999488"/>
            <a:ext cx="11518265" cy="4733290"/>
            <a:chOff x="0" y="1999488"/>
            <a:chExt cx="11518265" cy="4733290"/>
          </a:xfrm>
        </p:grpSpPr>
        <p:sp>
          <p:nvSpPr>
            <p:cNvPr id="4" name="object 4"/>
            <p:cNvSpPr/>
            <p:nvPr/>
          </p:nvSpPr>
          <p:spPr>
            <a:xfrm>
              <a:off x="0" y="1999488"/>
              <a:ext cx="11454765" cy="780415"/>
            </a:xfrm>
            <a:custGeom>
              <a:avLst/>
              <a:gdLst/>
              <a:ahLst/>
              <a:cxnLst/>
              <a:rect l="l" t="t" r="r" b="b"/>
              <a:pathLst>
                <a:path w="11454765" h="780414">
                  <a:moveTo>
                    <a:pt x="11454384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1454384" y="780288"/>
                  </a:lnTo>
                  <a:lnTo>
                    <a:pt x="114543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88461"/>
              <a:ext cx="11518011" cy="45441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203704"/>
              <a:ext cx="11384280" cy="4267200"/>
            </a:xfrm>
            <a:custGeom>
              <a:avLst/>
              <a:gdLst/>
              <a:ahLst/>
              <a:cxnLst/>
              <a:rect l="l" t="t" r="r" b="b"/>
              <a:pathLst>
                <a:path w="11384280" h="4267200">
                  <a:moveTo>
                    <a:pt x="1138428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1384280" y="4267200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2743" y="2721356"/>
            <a:ext cx="4820485" cy="30399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marR="133985" indent="-228600">
              <a:lnSpc>
                <a:spcPct val="90000"/>
              </a:lnSpc>
              <a:spcBef>
                <a:spcPts val="3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+mj-lt"/>
                <a:cs typeface="Franklin Gothic Medium"/>
              </a:rPr>
              <a:t>Create  Library  where  we  can  store  reusable steps. The benefits  is  that  whenever we want  to use/reuse  ,Simply drag and drop them.</a:t>
            </a:r>
          </a:p>
          <a:p>
            <a:pPr marL="12700" marR="133985">
              <a:lnSpc>
                <a:spcPct val="90000"/>
              </a:lnSpc>
              <a:spcBef>
                <a:spcPts val="305"/>
              </a:spcBef>
              <a:tabLst>
                <a:tab pos="240665" algn="l"/>
                <a:tab pos="241300" algn="l"/>
              </a:tabLst>
            </a:pPr>
            <a:endParaRPr lang="en-US" sz="2000" dirty="0">
              <a:latin typeface="+mj-lt"/>
              <a:cs typeface="Franklin Gothic Medium"/>
            </a:endParaRPr>
          </a:p>
          <a:p>
            <a:pPr marL="241300" marR="133985" indent="-228600">
              <a:lnSpc>
                <a:spcPct val="90000"/>
              </a:lnSpc>
              <a:spcBef>
                <a:spcPts val="3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+mj-lt"/>
                <a:cs typeface="Franklin Gothic Medium"/>
              </a:rPr>
              <a:t>TestStep Libraries are made up of Reuseable  TestStepBlocks which can be used to create  Test Cases.</a:t>
            </a:r>
          </a:p>
          <a:p>
            <a:pPr marL="241300" marR="5080" indent="-228600">
              <a:lnSpc>
                <a:spcPct val="90100"/>
              </a:lnSpc>
              <a:spcBef>
                <a:spcPts val="11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+mj-lt"/>
                <a:cs typeface="Franklin Gothic Medium"/>
              </a:rPr>
              <a:t>Library can contains any number of “</a:t>
            </a:r>
            <a:r>
              <a:rPr lang="en-US" sz="2000" dirty="0" err="1">
                <a:latin typeface="+mj-lt"/>
                <a:cs typeface="Franklin Gothic Medium"/>
              </a:rPr>
              <a:t>Resuable</a:t>
            </a:r>
            <a:r>
              <a:rPr lang="en-US" sz="2000" dirty="0">
                <a:latin typeface="+mj-lt"/>
                <a:cs typeface="Franklin Gothic Medium"/>
              </a:rPr>
              <a:t> </a:t>
            </a:r>
            <a:r>
              <a:rPr lang="en-US" sz="2000" dirty="0" err="1">
                <a:latin typeface="+mj-lt"/>
                <a:cs typeface="Franklin Gothic Medium"/>
              </a:rPr>
              <a:t>Teststep</a:t>
            </a:r>
            <a:r>
              <a:rPr lang="en-US" sz="2000" dirty="0">
                <a:latin typeface="+mj-lt"/>
                <a:cs typeface="Franklin Gothic Medium"/>
              </a:rPr>
              <a:t> blocks.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910071" y="1999488"/>
            <a:ext cx="5785485" cy="3352800"/>
            <a:chOff x="5910071" y="1999488"/>
            <a:chExt cx="5785485" cy="33528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0071" y="3331463"/>
              <a:ext cx="5151120" cy="20208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42775" y="1999488"/>
              <a:ext cx="152400" cy="780415"/>
            </a:xfrm>
            <a:custGeom>
              <a:avLst/>
              <a:gdLst/>
              <a:ahLst/>
              <a:cxnLst/>
              <a:rect l="l" t="t" r="r" b="b"/>
              <a:pathLst>
                <a:path w="152400" h="780414">
                  <a:moveTo>
                    <a:pt x="152400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52400" y="78028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744" y="856310"/>
            <a:ext cx="61417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0">
                <a:latin typeface="Calibri Light"/>
                <a:cs typeface="Calibri Light"/>
              </a:rPr>
              <a:t>Reusable</a:t>
            </a:r>
            <a:r>
              <a:rPr sz="4800" spc="30">
                <a:latin typeface="Calibri Light"/>
                <a:cs typeface="Calibri Light"/>
              </a:rPr>
              <a:t> </a:t>
            </a:r>
            <a:r>
              <a:rPr sz="4800" spc="-30">
                <a:latin typeface="Calibri Light"/>
                <a:cs typeface="Calibri Light"/>
              </a:rPr>
              <a:t>test</a:t>
            </a:r>
            <a:r>
              <a:rPr sz="4800" spc="-10">
                <a:latin typeface="Calibri Light"/>
                <a:cs typeface="Calibri Light"/>
              </a:rPr>
              <a:t> </a:t>
            </a:r>
            <a:r>
              <a:rPr sz="4800" spc="-30">
                <a:latin typeface="Calibri Light"/>
                <a:cs typeface="Calibri Light"/>
              </a:rPr>
              <a:t>step</a:t>
            </a:r>
            <a:r>
              <a:rPr sz="4800" spc="-15">
                <a:latin typeface="Calibri Light"/>
                <a:cs typeface="Calibri Light"/>
              </a:rPr>
              <a:t> blocks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999488"/>
            <a:ext cx="11518265" cy="4733290"/>
            <a:chOff x="0" y="1999488"/>
            <a:chExt cx="11518265" cy="4733290"/>
          </a:xfrm>
        </p:grpSpPr>
        <p:sp>
          <p:nvSpPr>
            <p:cNvPr id="4" name="object 4"/>
            <p:cNvSpPr/>
            <p:nvPr/>
          </p:nvSpPr>
          <p:spPr>
            <a:xfrm>
              <a:off x="0" y="1999488"/>
              <a:ext cx="11454765" cy="780415"/>
            </a:xfrm>
            <a:custGeom>
              <a:avLst/>
              <a:gdLst/>
              <a:ahLst/>
              <a:cxnLst/>
              <a:rect l="l" t="t" r="r" b="b"/>
              <a:pathLst>
                <a:path w="11454765" h="780414">
                  <a:moveTo>
                    <a:pt x="11454384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1454384" y="780288"/>
                  </a:lnTo>
                  <a:lnTo>
                    <a:pt x="114543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88461"/>
              <a:ext cx="11518011" cy="45441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203704"/>
              <a:ext cx="11384280" cy="4267200"/>
            </a:xfrm>
            <a:custGeom>
              <a:avLst/>
              <a:gdLst/>
              <a:ahLst/>
              <a:cxnLst/>
              <a:rect l="l" t="t" r="r" b="b"/>
              <a:pathLst>
                <a:path w="11384280" h="4267200">
                  <a:moveTo>
                    <a:pt x="1138428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1384280" y="4267200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2744" y="2736595"/>
            <a:ext cx="4345305" cy="25031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5080" indent="-228600">
              <a:lnSpc>
                <a:spcPts val="216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5" dirty="0" err="1">
                <a:latin typeface="Calibri"/>
                <a:cs typeface="Calibri"/>
              </a:rPr>
              <a:t>TestStepLibrary</a:t>
            </a:r>
            <a:r>
              <a:rPr sz="2000" spc="-35" dirty="0">
                <a:latin typeface="Calibri"/>
                <a:cs typeface="Calibri"/>
              </a:rPr>
              <a:t>,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create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Reusable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TestStepBlocks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 err="1">
                <a:latin typeface="Calibri"/>
                <a:cs typeface="Calibri"/>
              </a:rPr>
              <a:t>TestSteps</a:t>
            </a:r>
            <a:r>
              <a:rPr sz="2000" spc="-3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241300" marR="236220" indent="-228600">
              <a:lnSpc>
                <a:spcPct val="90000"/>
              </a:lnSpc>
              <a:spcBef>
                <a:spcPts val="16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9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create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Reusable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5" dirty="0" err="1">
                <a:latin typeface="Calibri"/>
                <a:cs typeface="Calibri"/>
              </a:rPr>
              <a:t>TestStepBlock</a:t>
            </a:r>
            <a:r>
              <a:rPr sz="2000" spc="-25" dirty="0">
                <a:latin typeface="Calibri"/>
                <a:cs typeface="Calibri"/>
              </a:rPr>
              <a:t>, 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right-click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onto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 </a:t>
            </a:r>
            <a:r>
              <a:rPr sz="2000" spc="-25" dirty="0" err="1">
                <a:latin typeface="Calibri"/>
                <a:cs typeface="Calibri"/>
              </a:rPr>
              <a:t>TestStepLibrary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Create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Reusable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5" dirty="0" err="1">
                <a:latin typeface="Calibri"/>
                <a:cs typeface="Calibri"/>
              </a:rPr>
              <a:t>TestStepBlock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mini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toolbar.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0071" y="1999488"/>
            <a:ext cx="5785485" cy="3526790"/>
            <a:chOff x="5910071" y="1999488"/>
            <a:chExt cx="5785485" cy="35267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0071" y="3157727"/>
              <a:ext cx="5151120" cy="23682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42775" y="1999488"/>
              <a:ext cx="152400" cy="780415"/>
            </a:xfrm>
            <a:custGeom>
              <a:avLst/>
              <a:gdLst/>
              <a:ahLst/>
              <a:cxnLst/>
              <a:rect l="l" t="t" r="r" b="b"/>
              <a:pathLst>
                <a:path w="152400" h="780414">
                  <a:moveTo>
                    <a:pt x="152400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52400" y="78028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744" y="856310"/>
            <a:ext cx="50526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>
                <a:latin typeface="Calibri Light"/>
                <a:cs typeface="Calibri Light"/>
              </a:rPr>
              <a:t>Business</a:t>
            </a:r>
            <a:r>
              <a:rPr sz="4800">
                <a:latin typeface="Calibri Light"/>
                <a:cs typeface="Calibri Light"/>
              </a:rPr>
              <a:t> </a:t>
            </a:r>
            <a:r>
              <a:rPr sz="4800" spc="-40">
                <a:latin typeface="Calibri Light"/>
                <a:cs typeface="Calibri Light"/>
              </a:rPr>
              <a:t>Parameters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999488"/>
            <a:ext cx="11518265" cy="4733290"/>
            <a:chOff x="0" y="1999488"/>
            <a:chExt cx="11518265" cy="4733290"/>
          </a:xfrm>
        </p:grpSpPr>
        <p:sp>
          <p:nvSpPr>
            <p:cNvPr id="4" name="object 4"/>
            <p:cNvSpPr/>
            <p:nvPr/>
          </p:nvSpPr>
          <p:spPr>
            <a:xfrm>
              <a:off x="0" y="1999488"/>
              <a:ext cx="11454765" cy="780415"/>
            </a:xfrm>
            <a:custGeom>
              <a:avLst/>
              <a:gdLst/>
              <a:ahLst/>
              <a:cxnLst/>
              <a:rect l="l" t="t" r="r" b="b"/>
              <a:pathLst>
                <a:path w="11454765" h="780414">
                  <a:moveTo>
                    <a:pt x="11454384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1454384" y="780288"/>
                  </a:lnTo>
                  <a:lnTo>
                    <a:pt x="114543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88461"/>
              <a:ext cx="11518011" cy="45441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203704"/>
              <a:ext cx="11384280" cy="4267200"/>
            </a:xfrm>
            <a:custGeom>
              <a:avLst/>
              <a:gdLst/>
              <a:ahLst/>
              <a:cxnLst/>
              <a:rect l="l" t="t" r="r" b="b"/>
              <a:pathLst>
                <a:path w="11384280" h="4267200">
                  <a:moveTo>
                    <a:pt x="1138428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1384280" y="4267200"/>
                  </a:lnTo>
                  <a:lnTo>
                    <a:pt x="11384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2744" y="3412616"/>
            <a:ext cx="4302760" cy="227818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194945" indent="-228600">
              <a:lnSpc>
                <a:spcPts val="216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Business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parameters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dynamic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test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step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blocks.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280"/>
              </a:lnSpc>
              <a:spcBef>
                <a:spcPts val="8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Franklin Gothic Medium"/>
              </a:rPr>
              <a:t>Dynamic values are displayed and managed</a:t>
            </a:r>
            <a:r>
              <a:rPr lang="en-IN" sz="2000" dirty="0">
                <a:cs typeface="Franklin Gothic Medium"/>
              </a:rPr>
              <a:t> </a:t>
            </a:r>
            <a:r>
              <a:rPr sz="2000" dirty="0">
                <a:cs typeface="Franklin Gothic Medium"/>
              </a:rPr>
              <a:t>separately from the </a:t>
            </a:r>
            <a:r>
              <a:rPr sz="2000" dirty="0" err="1">
                <a:cs typeface="Franklin Gothic Medium"/>
              </a:rPr>
              <a:t>TestStepValues</a:t>
            </a:r>
            <a:endParaRPr sz="2000" dirty="0">
              <a:cs typeface="Franklin Gothic Medium"/>
            </a:endParaRPr>
          </a:p>
          <a:p>
            <a:pPr marL="241300" indent="-228600">
              <a:lnSpc>
                <a:spcPts val="2255"/>
              </a:lnSpc>
              <a:spcBef>
                <a:spcPts val="74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Arial MT"/>
                <a:cs typeface="Arial MT"/>
              </a:rPr>
              <a:t>{PL[&lt;Business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Parameter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Name&gt;]}-</a:t>
            </a:r>
          </a:p>
          <a:p>
            <a:pPr marL="241300">
              <a:lnSpc>
                <a:spcPts val="2255"/>
              </a:lnSpc>
            </a:pPr>
            <a:r>
              <a:rPr sz="2000" spc="-10" dirty="0">
                <a:latin typeface="Arial MT"/>
                <a:cs typeface="Arial MT"/>
              </a:rPr>
              <a:t>Syntax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10071" y="1999488"/>
            <a:ext cx="5785485" cy="3782695"/>
            <a:chOff x="5910071" y="1999488"/>
            <a:chExt cx="5785485" cy="37826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0071" y="2941320"/>
              <a:ext cx="5151120" cy="28407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42775" y="1999488"/>
              <a:ext cx="152400" cy="780415"/>
            </a:xfrm>
            <a:custGeom>
              <a:avLst/>
              <a:gdLst/>
              <a:ahLst/>
              <a:cxnLst/>
              <a:rect l="l" t="t" r="r" b="b"/>
              <a:pathLst>
                <a:path w="152400" h="780414">
                  <a:moveTo>
                    <a:pt x="152400" y="0"/>
                  </a:moveTo>
                  <a:lnTo>
                    <a:pt x="0" y="0"/>
                  </a:lnTo>
                  <a:lnTo>
                    <a:pt x="0" y="780288"/>
                  </a:lnTo>
                  <a:lnTo>
                    <a:pt x="152400" y="780288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726" y="1950541"/>
            <a:ext cx="3368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44536A"/>
                </a:solidFill>
                <a:latin typeface="Calibri Light"/>
                <a:cs typeface="Calibri Light"/>
              </a:rPr>
              <a:t>Resolve</a:t>
            </a:r>
            <a:r>
              <a:rPr sz="3600" spc="-90" dirty="0">
                <a:solidFill>
                  <a:srgbClr val="44536A"/>
                </a:solidFill>
                <a:latin typeface="Calibri Light"/>
                <a:cs typeface="Calibri Light"/>
              </a:rPr>
              <a:t> </a:t>
            </a:r>
            <a:r>
              <a:rPr sz="3600" spc="-30" dirty="0">
                <a:solidFill>
                  <a:srgbClr val="44536A"/>
                </a:solidFill>
                <a:latin typeface="Calibri Light"/>
                <a:cs typeface="Calibri Light"/>
              </a:rPr>
              <a:t>Reference</a:t>
            </a:r>
            <a:endParaRPr sz="36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61944" cy="25236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8774" y="3288920"/>
            <a:ext cx="4944745" cy="184086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>
              <a:lnSpc>
                <a:spcPct val="901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cs typeface="Franklin Gothic Medium"/>
              </a:rPr>
              <a:t>References to Reusable TestStepBlocks can be resolved.  In this case, a copy of the </a:t>
            </a:r>
            <a:r>
              <a:rPr sz="1800" dirty="0" err="1">
                <a:cs typeface="Franklin Gothic Medium"/>
              </a:rPr>
              <a:t>TestSteps</a:t>
            </a:r>
            <a:r>
              <a:rPr sz="1800" dirty="0">
                <a:cs typeface="Franklin Gothic Medium"/>
              </a:rPr>
              <a:t> is made, which can  be arbitrarily edited and is no longer linked to the  </a:t>
            </a:r>
            <a:r>
              <a:rPr sz="1800" dirty="0" err="1">
                <a:cs typeface="Franklin Gothic Medium"/>
              </a:rPr>
              <a:t>TestStepLibrary</a:t>
            </a:r>
            <a:r>
              <a:rPr sz="1800" dirty="0">
                <a:cs typeface="Franklin Gothic Medium"/>
              </a:rPr>
              <a:t>.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41300" algn="l"/>
              </a:tabLst>
            </a:pPr>
            <a:r>
              <a:rPr sz="1800" dirty="0">
                <a:cs typeface="Franklin Gothic Medium"/>
              </a:rPr>
              <a:t>Select the reference to be resolved.</a:t>
            </a:r>
          </a:p>
          <a:p>
            <a:pPr marL="241300" indent="-228600">
              <a:lnSpc>
                <a:spcPct val="100000"/>
              </a:lnSpc>
              <a:spcBef>
                <a:spcPts val="985"/>
              </a:spcBef>
              <a:buAutoNum type="arabicPeriod"/>
              <a:tabLst>
                <a:tab pos="241300" algn="l"/>
              </a:tabLst>
            </a:pPr>
            <a:r>
              <a:rPr sz="1800" dirty="0">
                <a:cs typeface="Franklin Gothic Medium"/>
              </a:rPr>
              <a:t>Select </a:t>
            </a:r>
            <a:r>
              <a:rPr sz="1800" b="1" dirty="0">
                <a:cs typeface="Trebuchet MS"/>
              </a:rPr>
              <a:t>Resolve Reference </a:t>
            </a:r>
            <a:r>
              <a:rPr sz="1800" dirty="0">
                <a:cs typeface="Franklin Gothic Medium"/>
              </a:rPr>
              <a:t>from the context menu</a:t>
            </a:r>
            <a:r>
              <a:rPr sz="1800" dirty="0">
                <a:solidFill>
                  <a:srgbClr val="44536A"/>
                </a:solidFill>
                <a:cs typeface="Franklin Gothic Medium"/>
              </a:rPr>
              <a:t>.</a:t>
            </a:r>
            <a:endParaRPr sz="1800" dirty="0">
              <a:cs typeface="Franklin Gothic Mediu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28232" y="3761232"/>
            <a:ext cx="5763895" cy="3096895"/>
            <a:chOff x="6428232" y="3761232"/>
            <a:chExt cx="5763895" cy="30968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32720" y="4706112"/>
              <a:ext cx="1856231" cy="2151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00360" y="4718304"/>
              <a:ext cx="1691640" cy="21396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8232" y="3761232"/>
              <a:ext cx="4956048" cy="13685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oom with a table and chairs&#10;&#10;Description automatically generated">
            <a:extLst>
              <a:ext uri="{FF2B5EF4-FFF2-40B4-BE49-F238E27FC236}">
                <a16:creationId xmlns:a16="http://schemas.microsoft.com/office/drawing/2014/main" id="{80279169-D268-40ED-9156-6ECE27AE9C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8F516-0FA8-06A6-D065-5C4C898B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0" y="2209800"/>
            <a:ext cx="12067438" cy="2209800"/>
          </a:xfrm>
        </p:spPr>
        <p:txBody>
          <a:bodyPr/>
          <a:lstStyle/>
          <a:p>
            <a:r>
              <a:rPr lang="en-US" sz="4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</a:t>
            </a:r>
            <a:br>
              <a:rPr lang="en-US" sz="4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endParaRPr lang="en-US" sz="400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28E84-A57F-CD24-F9FA-14D58D0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1828800"/>
            <a:ext cx="3962400" cy="307777"/>
          </a:xfrm>
        </p:spPr>
        <p:txBody>
          <a:bodyPr>
            <a:scene3d>
              <a:camera prst="perspectiveLeft"/>
              <a:lightRig rig="threePt" dir="t"/>
            </a:scene3d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Abhishek Gadwal | Lead Engineer</a:t>
            </a:r>
          </a:p>
        </p:txBody>
      </p:sp>
    </p:spTree>
    <p:extLst>
      <p:ext uri="{BB962C8B-B14F-4D97-AF65-F5344CB8AC3E}">
        <p14:creationId xmlns:p14="http://schemas.microsoft.com/office/powerpoint/2010/main" val="364552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1262</Words>
  <Application>Microsoft Office PowerPoint</Application>
  <PresentationFormat>Widescreen</PresentationFormat>
  <Paragraphs>118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 MT</vt:lpstr>
      <vt:lpstr>Calibri</vt:lpstr>
      <vt:lpstr>Calibri Light</vt:lpstr>
      <vt:lpstr>Franklin Gothic Medium</vt:lpstr>
      <vt:lpstr>Times New Roman</vt:lpstr>
      <vt:lpstr>Trebuchet MS</vt:lpstr>
      <vt:lpstr>Office Theme</vt:lpstr>
      <vt:lpstr>Welcome</vt:lpstr>
      <vt:lpstr>                                       What is Tosca</vt:lpstr>
      <vt:lpstr>Types of workspaces</vt:lpstr>
      <vt:lpstr>Single User Workspace</vt:lpstr>
      <vt:lpstr>PowerPoint Presentation</vt:lpstr>
      <vt:lpstr>Multiuser  Workspace</vt:lpstr>
      <vt:lpstr>PowerPoint Presentation</vt:lpstr>
      <vt:lpstr>PowerPoint Presentation</vt:lpstr>
      <vt:lpstr>PowerPoint Presentation</vt:lpstr>
      <vt:lpstr>PowerPoint Presentation</vt:lpstr>
      <vt:lpstr>Types of Modules</vt:lpstr>
      <vt:lpstr>Identify controls in Tosca XScan</vt:lpstr>
      <vt:lpstr>PowerPoint Presentation</vt:lpstr>
      <vt:lpstr>Rescan Modules</vt:lpstr>
      <vt:lpstr>PowerPoint Presentation</vt:lpstr>
      <vt:lpstr>PowerPoint Presentation</vt:lpstr>
      <vt:lpstr>Libraries</vt:lpstr>
      <vt:lpstr>Reusable test step blocks</vt:lpstr>
      <vt:lpstr>Business Parameters</vt:lpstr>
      <vt:lpstr>Resolve Reference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Karthick Srinivasan</dc:creator>
  <cp:lastModifiedBy>Karthick Srinivasan</cp:lastModifiedBy>
  <cp:revision>42</cp:revision>
  <dcterms:created xsi:type="dcterms:W3CDTF">2024-09-18T12:56:09Z</dcterms:created>
  <dcterms:modified xsi:type="dcterms:W3CDTF">2025-12-31T09:05:08Z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2024-09-18T00:00:00Z</vt:filetime>
  </property>
</Properties>
</file>